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472" r:id="rId3"/>
    <p:sldId id="259" r:id="rId4"/>
  </p:sldIdLst>
  <p:sldSz cx="9144000" cy="5143500" type="screen16x9"/>
  <p:notesSz cx="6858000" cy="9144000"/>
  <p:embeddedFontLst>
    <p:embeddedFont>
      <p:font typeface="Lato" panose="020B0604020202020204" charset="0"/>
      <p:regular r:id="rId6"/>
      <p:bold r:id="rId7"/>
      <p:italic r:id="rId8"/>
      <p:boldItalic r:id="rId9"/>
    </p:embeddedFont>
    <p:embeddedFont>
      <p:font typeface="Poppins ExtraBold" panose="020B0604020202020204" charset="0"/>
      <p:bold r:id="rId10"/>
      <p:boldItalic r:id="rId11"/>
    </p:embeddedFont>
    <p:embeddedFont>
      <p:font typeface="Montserrat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75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27a49a9439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27a49a9439_0_3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346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27a49a9439_0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27a49a9439_0_3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7500300" y="3499805"/>
            <a:ext cx="1643700" cy="1643700"/>
          </a:xfrm>
          <a:prstGeom prst="diagStripe">
            <a:avLst>
              <a:gd name="adj" fmla="val 0"/>
            </a:avLst>
          </a:prstGeom>
          <a:solidFill>
            <a:srgbClr val="FBBA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855950" y="3252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  <p:grpSp>
        <p:nvGrpSpPr>
          <p:cNvPr id="13" name="Google Shape;13;p2"/>
          <p:cNvGrpSpPr/>
          <p:nvPr/>
        </p:nvGrpSpPr>
        <p:grpSpPr>
          <a:xfrm>
            <a:off x="153527" y="84501"/>
            <a:ext cx="3383628" cy="2951320"/>
            <a:chOff x="295077" y="205976"/>
            <a:chExt cx="3383628" cy="2951320"/>
          </a:xfrm>
        </p:grpSpPr>
        <p:sp>
          <p:nvSpPr>
            <p:cNvPr id="14" name="Google Shape;14;p2"/>
            <p:cNvSpPr/>
            <p:nvPr/>
          </p:nvSpPr>
          <p:spPr>
            <a:xfrm>
              <a:off x="391075" y="205976"/>
              <a:ext cx="3287630" cy="2951320"/>
            </a:xfrm>
            <a:custGeom>
              <a:avLst/>
              <a:gdLst/>
              <a:ahLst/>
              <a:cxnLst/>
              <a:rect l="l" t="t" r="r" b="b"/>
              <a:pathLst>
                <a:path w="231564" h="207876" extrusionOk="0">
                  <a:moveTo>
                    <a:pt x="11844" y="204193"/>
                  </a:moveTo>
                  <a:lnTo>
                    <a:pt x="11844" y="204193"/>
                  </a:lnTo>
                  <a:lnTo>
                    <a:pt x="9961" y="205616"/>
                  </a:lnTo>
                  <a:lnTo>
                    <a:pt x="8203" y="206662"/>
                  </a:lnTo>
                  <a:lnTo>
                    <a:pt x="6613" y="207332"/>
                  </a:lnTo>
                  <a:lnTo>
                    <a:pt x="5231" y="207709"/>
                  </a:lnTo>
                  <a:lnTo>
                    <a:pt x="4185" y="207876"/>
                  </a:lnTo>
                  <a:lnTo>
                    <a:pt x="3139" y="207709"/>
                  </a:lnTo>
                  <a:lnTo>
                    <a:pt x="2427" y="207499"/>
                  </a:lnTo>
                  <a:lnTo>
                    <a:pt x="1758" y="207164"/>
                  </a:lnTo>
                  <a:lnTo>
                    <a:pt x="1214" y="206662"/>
                  </a:lnTo>
                  <a:lnTo>
                    <a:pt x="879" y="206118"/>
                  </a:lnTo>
                  <a:lnTo>
                    <a:pt x="335" y="205072"/>
                  </a:lnTo>
                  <a:lnTo>
                    <a:pt x="0" y="204193"/>
                  </a:lnTo>
                  <a:lnTo>
                    <a:pt x="0" y="203858"/>
                  </a:lnTo>
                  <a:lnTo>
                    <a:pt x="1214" y="197915"/>
                  </a:lnTo>
                  <a:lnTo>
                    <a:pt x="1214" y="197915"/>
                  </a:lnTo>
                  <a:lnTo>
                    <a:pt x="5399" y="177534"/>
                  </a:lnTo>
                  <a:lnTo>
                    <a:pt x="9082" y="160249"/>
                  </a:lnTo>
                  <a:lnTo>
                    <a:pt x="11007" y="152046"/>
                  </a:lnTo>
                  <a:lnTo>
                    <a:pt x="12555" y="145099"/>
                  </a:lnTo>
                  <a:lnTo>
                    <a:pt x="12555" y="145099"/>
                  </a:lnTo>
                  <a:lnTo>
                    <a:pt x="13434" y="142127"/>
                  </a:lnTo>
                  <a:lnTo>
                    <a:pt x="14648" y="139323"/>
                  </a:lnTo>
                  <a:lnTo>
                    <a:pt x="14648" y="139323"/>
                  </a:lnTo>
                  <a:lnTo>
                    <a:pt x="16029" y="136352"/>
                  </a:lnTo>
                  <a:lnTo>
                    <a:pt x="17787" y="133422"/>
                  </a:lnTo>
                  <a:lnTo>
                    <a:pt x="19879" y="130618"/>
                  </a:lnTo>
                  <a:lnTo>
                    <a:pt x="22139" y="127982"/>
                  </a:lnTo>
                  <a:lnTo>
                    <a:pt x="24609" y="125554"/>
                  </a:lnTo>
                  <a:lnTo>
                    <a:pt x="27371" y="123127"/>
                  </a:lnTo>
                  <a:lnTo>
                    <a:pt x="30175" y="121034"/>
                  </a:lnTo>
                  <a:lnTo>
                    <a:pt x="33146" y="118774"/>
                  </a:lnTo>
                  <a:lnTo>
                    <a:pt x="33146" y="118774"/>
                  </a:lnTo>
                  <a:lnTo>
                    <a:pt x="120490" y="65037"/>
                  </a:lnTo>
                  <a:lnTo>
                    <a:pt x="183267" y="26492"/>
                  </a:lnTo>
                  <a:lnTo>
                    <a:pt x="206452" y="12388"/>
                  </a:lnTo>
                  <a:lnTo>
                    <a:pt x="219217" y="4729"/>
                  </a:lnTo>
                  <a:lnTo>
                    <a:pt x="219217" y="4729"/>
                  </a:lnTo>
                  <a:lnTo>
                    <a:pt x="224448" y="1758"/>
                  </a:lnTo>
                  <a:lnTo>
                    <a:pt x="224448" y="1758"/>
                  </a:lnTo>
                  <a:lnTo>
                    <a:pt x="225495" y="1214"/>
                  </a:lnTo>
                  <a:lnTo>
                    <a:pt x="226708" y="711"/>
                  </a:lnTo>
                  <a:lnTo>
                    <a:pt x="228089" y="335"/>
                  </a:lnTo>
                  <a:lnTo>
                    <a:pt x="229471" y="0"/>
                  </a:lnTo>
                  <a:lnTo>
                    <a:pt x="230015" y="0"/>
                  </a:lnTo>
                  <a:lnTo>
                    <a:pt x="230517" y="167"/>
                  </a:lnTo>
                  <a:lnTo>
                    <a:pt x="231061" y="544"/>
                  </a:lnTo>
                  <a:lnTo>
                    <a:pt x="231228" y="879"/>
                  </a:lnTo>
                  <a:lnTo>
                    <a:pt x="231396" y="1381"/>
                  </a:lnTo>
                  <a:lnTo>
                    <a:pt x="231396" y="2093"/>
                  </a:lnTo>
                  <a:lnTo>
                    <a:pt x="231396" y="2093"/>
                  </a:lnTo>
                  <a:lnTo>
                    <a:pt x="231228" y="2971"/>
                  </a:lnTo>
                  <a:lnTo>
                    <a:pt x="231228" y="2971"/>
                  </a:lnTo>
                  <a:lnTo>
                    <a:pt x="231563" y="3474"/>
                  </a:lnTo>
                  <a:lnTo>
                    <a:pt x="231563" y="4353"/>
                  </a:lnTo>
                  <a:lnTo>
                    <a:pt x="231563" y="4353"/>
                  </a:lnTo>
                  <a:lnTo>
                    <a:pt x="229303" y="16029"/>
                  </a:lnTo>
                  <a:lnTo>
                    <a:pt x="224616" y="38001"/>
                  </a:lnTo>
                  <a:lnTo>
                    <a:pt x="219719" y="60182"/>
                  </a:lnTo>
                  <a:lnTo>
                    <a:pt x="217794" y="68009"/>
                  </a:lnTo>
                  <a:lnTo>
                    <a:pt x="217124" y="70645"/>
                  </a:lnTo>
                  <a:lnTo>
                    <a:pt x="216580" y="72194"/>
                  </a:lnTo>
                  <a:lnTo>
                    <a:pt x="216580" y="72194"/>
                  </a:lnTo>
                  <a:lnTo>
                    <a:pt x="215869" y="73407"/>
                  </a:lnTo>
                  <a:lnTo>
                    <a:pt x="215199" y="74621"/>
                  </a:lnTo>
                  <a:lnTo>
                    <a:pt x="214153" y="75667"/>
                  </a:lnTo>
                  <a:lnTo>
                    <a:pt x="212939" y="76923"/>
                  </a:lnTo>
                  <a:lnTo>
                    <a:pt x="212939" y="76923"/>
                  </a:lnTo>
                  <a:lnTo>
                    <a:pt x="113543" y="139700"/>
                  </a:lnTo>
                  <a:lnTo>
                    <a:pt x="44655" y="183267"/>
                  </a:lnTo>
                  <a:lnTo>
                    <a:pt x="21470" y="198083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95077" y="323298"/>
              <a:ext cx="2123442" cy="1906223"/>
            </a:xfrm>
            <a:custGeom>
              <a:avLst/>
              <a:gdLst/>
              <a:ahLst/>
              <a:cxnLst/>
              <a:rect l="l" t="t" r="r" b="b"/>
              <a:pathLst>
                <a:path w="231564" h="207876" extrusionOk="0">
                  <a:moveTo>
                    <a:pt x="11844" y="204193"/>
                  </a:moveTo>
                  <a:lnTo>
                    <a:pt x="11844" y="204193"/>
                  </a:lnTo>
                  <a:lnTo>
                    <a:pt x="9961" y="205616"/>
                  </a:lnTo>
                  <a:lnTo>
                    <a:pt x="8203" y="206662"/>
                  </a:lnTo>
                  <a:lnTo>
                    <a:pt x="6613" y="207332"/>
                  </a:lnTo>
                  <a:lnTo>
                    <a:pt x="5231" y="207709"/>
                  </a:lnTo>
                  <a:lnTo>
                    <a:pt x="4185" y="207876"/>
                  </a:lnTo>
                  <a:lnTo>
                    <a:pt x="3139" y="207709"/>
                  </a:lnTo>
                  <a:lnTo>
                    <a:pt x="2427" y="207499"/>
                  </a:lnTo>
                  <a:lnTo>
                    <a:pt x="1758" y="207164"/>
                  </a:lnTo>
                  <a:lnTo>
                    <a:pt x="1214" y="206662"/>
                  </a:lnTo>
                  <a:lnTo>
                    <a:pt x="879" y="206118"/>
                  </a:lnTo>
                  <a:lnTo>
                    <a:pt x="335" y="205072"/>
                  </a:lnTo>
                  <a:lnTo>
                    <a:pt x="0" y="204193"/>
                  </a:lnTo>
                  <a:lnTo>
                    <a:pt x="0" y="203858"/>
                  </a:lnTo>
                  <a:lnTo>
                    <a:pt x="1214" y="197915"/>
                  </a:lnTo>
                  <a:lnTo>
                    <a:pt x="1214" y="197915"/>
                  </a:lnTo>
                  <a:lnTo>
                    <a:pt x="5399" y="177534"/>
                  </a:lnTo>
                  <a:lnTo>
                    <a:pt x="9082" y="160249"/>
                  </a:lnTo>
                  <a:lnTo>
                    <a:pt x="11007" y="152046"/>
                  </a:lnTo>
                  <a:lnTo>
                    <a:pt x="12555" y="145099"/>
                  </a:lnTo>
                  <a:lnTo>
                    <a:pt x="12555" y="145099"/>
                  </a:lnTo>
                  <a:lnTo>
                    <a:pt x="13434" y="142127"/>
                  </a:lnTo>
                  <a:lnTo>
                    <a:pt x="14648" y="139323"/>
                  </a:lnTo>
                  <a:lnTo>
                    <a:pt x="14648" y="139323"/>
                  </a:lnTo>
                  <a:lnTo>
                    <a:pt x="16029" y="136352"/>
                  </a:lnTo>
                  <a:lnTo>
                    <a:pt x="17787" y="133422"/>
                  </a:lnTo>
                  <a:lnTo>
                    <a:pt x="19879" y="130618"/>
                  </a:lnTo>
                  <a:lnTo>
                    <a:pt x="22139" y="127982"/>
                  </a:lnTo>
                  <a:lnTo>
                    <a:pt x="24609" y="125554"/>
                  </a:lnTo>
                  <a:lnTo>
                    <a:pt x="27371" y="123127"/>
                  </a:lnTo>
                  <a:lnTo>
                    <a:pt x="30175" y="121034"/>
                  </a:lnTo>
                  <a:lnTo>
                    <a:pt x="33146" y="118774"/>
                  </a:lnTo>
                  <a:lnTo>
                    <a:pt x="33146" y="118774"/>
                  </a:lnTo>
                  <a:lnTo>
                    <a:pt x="120490" y="65037"/>
                  </a:lnTo>
                  <a:lnTo>
                    <a:pt x="183267" y="26492"/>
                  </a:lnTo>
                  <a:lnTo>
                    <a:pt x="206452" y="12388"/>
                  </a:lnTo>
                  <a:lnTo>
                    <a:pt x="219217" y="4729"/>
                  </a:lnTo>
                  <a:lnTo>
                    <a:pt x="219217" y="4729"/>
                  </a:lnTo>
                  <a:lnTo>
                    <a:pt x="224448" y="1758"/>
                  </a:lnTo>
                  <a:lnTo>
                    <a:pt x="224448" y="1758"/>
                  </a:lnTo>
                  <a:lnTo>
                    <a:pt x="225495" y="1214"/>
                  </a:lnTo>
                  <a:lnTo>
                    <a:pt x="226708" y="711"/>
                  </a:lnTo>
                  <a:lnTo>
                    <a:pt x="228089" y="335"/>
                  </a:lnTo>
                  <a:lnTo>
                    <a:pt x="229471" y="0"/>
                  </a:lnTo>
                  <a:lnTo>
                    <a:pt x="230015" y="0"/>
                  </a:lnTo>
                  <a:lnTo>
                    <a:pt x="230517" y="167"/>
                  </a:lnTo>
                  <a:lnTo>
                    <a:pt x="231061" y="544"/>
                  </a:lnTo>
                  <a:lnTo>
                    <a:pt x="231228" y="879"/>
                  </a:lnTo>
                  <a:lnTo>
                    <a:pt x="231396" y="1381"/>
                  </a:lnTo>
                  <a:lnTo>
                    <a:pt x="231396" y="2093"/>
                  </a:lnTo>
                  <a:lnTo>
                    <a:pt x="231396" y="2093"/>
                  </a:lnTo>
                  <a:lnTo>
                    <a:pt x="231228" y="2971"/>
                  </a:lnTo>
                  <a:lnTo>
                    <a:pt x="231228" y="2971"/>
                  </a:lnTo>
                  <a:lnTo>
                    <a:pt x="231563" y="3474"/>
                  </a:lnTo>
                  <a:lnTo>
                    <a:pt x="231563" y="4353"/>
                  </a:lnTo>
                  <a:lnTo>
                    <a:pt x="231563" y="4353"/>
                  </a:lnTo>
                  <a:lnTo>
                    <a:pt x="229303" y="16029"/>
                  </a:lnTo>
                  <a:lnTo>
                    <a:pt x="224616" y="38001"/>
                  </a:lnTo>
                  <a:lnTo>
                    <a:pt x="219719" y="60182"/>
                  </a:lnTo>
                  <a:lnTo>
                    <a:pt x="217794" y="68009"/>
                  </a:lnTo>
                  <a:lnTo>
                    <a:pt x="217124" y="70645"/>
                  </a:lnTo>
                  <a:lnTo>
                    <a:pt x="216580" y="72194"/>
                  </a:lnTo>
                  <a:lnTo>
                    <a:pt x="216580" y="72194"/>
                  </a:lnTo>
                  <a:lnTo>
                    <a:pt x="215869" y="73407"/>
                  </a:lnTo>
                  <a:lnTo>
                    <a:pt x="215199" y="74621"/>
                  </a:lnTo>
                  <a:lnTo>
                    <a:pt x="214153" y="75667"/>
                  </a:lnTo>
                  <a:lnTo>
                    <a:pt x="212939" y="76923"/>
                  </a:lnTo>
                  <a:lnTo>
                    <a:pt x="212939" y="76923"/>
                  </a:lnTo>
                  <a:lnTo>
                    <a:pt x="113543" y="139700"/>
                  </a:lnTo>
                  <a:lnTo>
                    <a:pt x="44655" y="183267"/>
                  </a:lnTo>
                  <a:lnTo>
                    <a:pt x="21470" y="1980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391080" y="4431036"/>
            <a:ext cx="1023843" cy="393611"/>
            <a:chOff x="2716950" y="2269625"/>
            <a:chExt cx="1886225" cy="725150"/>
          </a:xfrm>
        </p:grpSpPr>
        <p:sp>
          <p:nvSpPr>
            <p:cNvPr id="17" name="Google Shape;17;p2"/>
            <p:cNvSpPr/>
            <p:nvPr/>
          </p:nvSpPr>
          <p:spPr>
            <a:xfrm>
              <a:off x="4267700" y="2269625"/>
              <a:ext cx="151250" cy="148200"/>
            </a:xfrm>
            <a:custGeom>
              <a:avLst/>
              <a:gdLst/>
              <a:ahLst/>
              <a:cxnLst/>
              <a:rect l="l" t="t" r="r" b="b"/>
              <a:pathLst>
                <a:path w="6050" h="5928" extrusionOk="0">
                  <a:moveTo>
                    <a:pt x="3126" y="0"/>
                  </a:moveTo>
                  <a:cubicBezTo>
                    <a:pt x="1482" y="0"/>
                    <a:pt x="102" y="1320"/>
                    <a:pt x="61" y="2964"/>
                  </a:cubicBezTo>
                  <a:cubicBezTo>
                    <a:pt x="0" y="4608"/>
                    <a:pt x="1279" y="5927"/>
                    <a:pt x="2923" y="5927"/>
                  </a:cubicBezTo>
                  <a:cubicBezTo>
                    <a:pt x="4567" y="5927"/>
                    <a:pt x="5927" y="4608"/>
                    <a:pt x="5988" y="2964"/>
                  </a:cubicBezTo>
                  <a:cubicBezTo>
                    <a:pt x="6049" y="1320"/>
                    <a:pt x="4750" y="0"/>
                    <a:pt x="31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721025" y="2315300"/>
              <a:ext cx="592200" cy="535875"/>
            </a:xfrm>
            <a:custGeom>
              <a:avLst/>
              <a:gdLst/>
              <a:ahLst/>
              <a:cxnLst/>
              <a:rect l="l" t="t" r="r" b="b"/>
              <a:pathLst>
                <a:path w="23688" h="21435" extrusionOk="0">
                  <a:moveTo>
                    <a:pt x="14675" y="0"/>
                  </a:moveTo>
                  <a:cubicBezTo>
                    <a:pt x="11671" y="0"/>
                    <a:pt x="9276" y="548"/>
                    <a:pt x="7531" y="1624"/>
                  </a:cubicBezTo>
                  <a:cubicBezTo>
                    <a:pt x="6069" y="2537"/>
                    <a:pt x="4933" y="3917"/>
                    <a:pt x="4100" y="5805"/>
                  </a:cubicBezTo>
                  <a:cubicBezTo>
                    <a:pt x="3613" y="6901"/>
                    <a:pt x="3065" y="8708"/>
                    <a:pt x="2456" y="11265"/>
                  </a:cubicBezTo>
                  <a:lnTo>
                    <a:pt x="0" y="21434"/>
                  </a:lnTo>
                  <a:lnTo>
                    <a:pt x="5339" y="21434"/>
                  </a:lnTo>
                  <a:lnTo>
                    <a:pt x="7328" y="13193"/>
                  </a:lnTo>
                  <a:cubicBezTo>
                    <a:pt x="10474" y="13153"/>
                    <a:pt x="12422" y="13295"/>
                    <a:pt x="15244" y="11549"/>
                  </a:cubicBezTo>
                  <a:cubicBezTo>
                    <a:pt x="16441" y="10819"/>
                    <a:pt x="17416" y="9763"/>
                    <a:pt x="18187" y="8403"/>
                  </a:cubicBezTo>
                  <a:lnTo>
                    <a:pt x="8566" y="8403"/>
                  </a:lnTo>
                  <a:cubicBezTo>
                    <a:pt x="9581" y="6028"/>
                    <a:pt x="11306" y="4851"/>
                    <a:pt x="13742" y="4851"/>
                  </a:cubicBezTo>
                  <a:lnTo>
                    <a:pt x="20440" y="4851"/>
                  </a:lnTo>
                  <a:lnTo>
                    <a:pt x="236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015850" y="2315300"/>
              <a:ext cx="545525" cy="535875"/>
            </a:xfrm>
            <a:custGeom>
              <a:avLst/>
              <a:gdLst/>
              <a:ahLst/>
              <a:cxnLst/>
              <a:rect l="l" t="t" r="r" b="b"/>
              <a:pathLst>
                <a:path w="21821" h="21435" extrusionOk="0">
                  <a:moveTo>
                    <a:pt x="14472" y="6719"/>
                  </a:moveTo>
                  <a:lnTo>
                    <a:pt x="15061" y="11671"/>
                  </a:lnTo>
                  <a:lnTo>
                    <a:pt x="11529" y="11671"/>
                  </a:lnTo>
                  <a:lnTo>
                    <a:pt x="14472" y="6719"/>
                  </a:lnTo>
                  <a:close/>
                  <a:moveTo>
                    <a:pt x="13478" y="0"/>
                  </a:moveTo>
                  <a:lnTo>
                    <a:pt x="0" y="21434"/>
                  </a:lnTo>
                  <a:cubicBezTo>
                    <a:pt x="2274" y="21272"/>
                    <a:pt x="4121" y="20744"/>
                    <a:pt x="5541" y="19851"/>
                  </a:cubicBezTo>
                  <a:cubicBezTo>
                    <a:pt x="6759" y="19120"/>
                    <a:pt x="7754" y="18045"/>
                    <a:pt x="8525" y="16644"/>
                  </a:cubicBezTo>
                  <a:lnTo>
                    <a:pt x="15650" y="16644"/>
                  </a:lnTo>
                  <a:lnTo>
                    <a:pt x="16238" y="21434"/>
                  </a:lnTo>
                  <a:lnTo>
                    <a:pt x="21820" y="21434"/>
                  </a:lnTo>
                  <a:lnTo>
                    <a:pt x="185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556275" y="2315300"/>
              <a:ext cx="482600" cy="536375"/>
            </a:xfrm>
            <a:custGeom>
              <a:avLst/>
              <a:gdLst/>
              <a:ahLst/>
              <a:cxnLst/>
              <a:rect l="l" t="t" r="r" b="b"/>
              <a:pathLst>
                <a:path w="19304" h="21455" extrusionOk="0">
                  <a:moveTo>
                    <a:pt x="11935" y="0"/>
                  </a:moveTo>
                  <a:cubicBezTo>
                    <a:pt x="8891" y="0"/>
                    <a:pt x="6475" y="751"/>
                    <a:pt x="4709" y="2273"/>
                  </a:cubicBezTo>
                  <a:cubicBezTo>
                    <a:pt x="2740" y="3999"/>
                    <a:pt x="1320" y="6840"/>
                    <a:pt x="487" y="10819"/>
                  </a:cubicBezTo>
                  <a:cubicBezTo>
                    <a:pt x="81" y="12808"/>
                    <a:pt x="0" y="14533"/>
                    <a:pt x="264" y="15974"/>
                  </a:cubicBezTo>
                  <a:cubicBezTo>
                    <a:pt x="487" y="17091"/>
                    <a:pt x="893" y="18065"/>
                    <a:pt x="1523" y="18877"/>
                  </a:cubicBezTo>
                  <a:cubicBezTo>
                    <a:pt x="2862" y="20582"/>
                    <a:pt x="4973" y="21455"/>
                    <a:pt x="7896" y="21455"/>
                  </a:cubicBezTo>
                  <a:lnTo>
                    <a:pt x="14777" y="21455"/>
                  </a:lnTo>
                  <a:lnTo>
                    <a:pt x="15792" y="16624"/>
                  </a:lnTo>
                  <a:lnTo>
                    <a:pt x="8505" y="16624"/>
                  </a:lnTo>
                  <a:cubicBezTo>
                    <a:pt x="7328" y="16624"/>
                    <a:pt x="6536" y="16380"/>
                    <a:pt x="6171" y="15913"/>
                  </a:cubicBezTo>
                  <a:cubicBezTo>
                    <a:pt x="6008" y="15710"/>
                    <a:pt x="5887" y="15426"/>
                    <a:pt x="5826" y="15101"/>
                  </a:cubicBezTo>
                  <a:cubicBezTo>
                    <a:pt x="5724" y="14574"/>
                    <a:pt x="5744" y="13884"/>
                    <a:pt x="5866" y="13051"/>
                  </a:cubicBezTo>
                  <a:lnTo>
                    <a:pt x="16543" y="13051"/>
                  </a:lnTo>
                  <a:lnTo>
                    <a:pt x="17578" y="8180"/>
                  </a:lnTo>
                  <a:lnTo>
                    <a:pt x="7043" y="8180"/>
                  </a:lnTo>
                  <a:cubicBezTo>
                    <a:pt x="7937" y="5947"/>
                    <a:pt x="9418" y="4831"/>
                    <a:pt x="11550" y="4831"/>
                  </a:cubicBezTo>
                  <a:lnTo>
                    <a:pt x="18268" y="4831"/>
                  </a:lnTo>
                  <a:lnTo>
                    <a:pt x="193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045450" y="2314175"/>
              <a:ext cx="246125" cy="284800"/>
            </a:xfrm>
            <a:custGeom>
              <a:avLst/>
              <a:gdLst/>
              <a:ahLst/>
              <a:cxnLst/>
              <a:rect l="l" t="t" r="r" b="b"/>
              <a:pathLst>
                <a:path w="9845" h="11392" extrusionOk="0">
                  <a:moveTo>
                    <a:pt x="1843" y="0"/>
                  </a:moveTo>
                  <a:cubicBezTo>
                    <a:pt x="1717" y="0"/>
                    <a:pt x="1606" y="56"/>
                    <a:pt x="1563" y="228"/>
                  </a:cubicBezTo>
                  <a:cubicBezTo>
                    <a:pt x="1543" y="248"/>
                    <a:pt x="1543" y="268"/>
                    <a:pt x="1543" y="309"/>
                  </a:cubicBezTo>
                  <a:cubicBezTo>
                    <a:pt x="1502" y="350"/>
                    <a:pt x="1462" y="390"/>
                    <a:pt x="1441" y="451"/>
                  </a:cubicBezTo>
                  <a:cubicBezTo>
                    <a:pt x="1319" y="938"/>
                    <a:pt x="0" y="7352"/>
                    <a:pt x="0" y="7900"/>
                  </a:cubicBezTo>
                  <a:cubicBezTo>
                    <a:pt x="0" y="8428"/>
                    <a:pt x="467" y="8692"/>
                    <a:pt x="1867" y="9971"/>
                  </a:cubicBezTo>
                  <a:cubicBezTo>
                    <a:pt x="2801" y="10823"/>
                    <a:pt x="3227" y="11229"/>
                    <a:pt x="3410" y="11391"/>
                  </a:cubicBezTo>
                  <a:cubicBezTo>
                    <a:pt x="3491" y="11351"/>
                    <a:pt x="3572" y="11310"/>
                    <a:pt x="3654" y="11270"/>
                  </a:cubicBezTo>
                  <a:cubicBezTo>
                    <a:pt x="5440" y="10174"/>
                    <a:pt x="7916" y="8895"/>
                    <a:pt x="9601" y="7697"/>
                  </a:cubicBezTo>
                  <a:cubicBezTo>
                    <a:pt x="9621" y="7697"/>
                    <a:pt x="9641" y="7677"/>
                    <a:pt x="9641" y="7677"/>
                  </a:cubicBezTo>
                  <a:lnTo>
                    <a:pt x="9641" y="7657"/>
                  </a:lnTo>
                  <a:cubicBezTo>
                    <a:pt x="9641" y="7657"/>
                    <a:pt x="9763" y="7372"/>
                    <a:pt x="9784" y="6987"/>
                  </a:cubicBezTo>
                  <a:cubicBezTo>
                    <a:pt x="9844" y="6520"/>
                    <a:pt x="9763" y="5891"/>
                    <a:pt x="9256" y="5464"/>
                  </a:cubicBezTo>
                  <a:cubicBezTo>
                    <a:pt x="8322" y="4713"/>
                    <a:pt x="2355" y="187"/>
                    <a:pt x="2355" y="187"/>
                  </a:cubicBezTo>
                  <a:cubicBezTo>
                    <a:pt x="2355" y="187"/>
                    <a:pt x="2074" y="0"/>
                    <a:pt x="18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286475" y="2506075"/>
              <a:ext cx="235475" cy="376525"/>
            </a:xfrm>
            <a:custGeom>
              <a:avLst/>
              <a:gdLst/>
              <a:ahLst/>
              <a:cxnLst/>
              <a:rect l="l" t="t" r="r" b="b"/>
              <a:pathLst>
                <a:path w="9419" h="15061" extrusionOk="0">
                  <a:moveTo>
                    <a:pt x="1462" y="1"/>
                  </a:moveTo>
                  <a:cubicBezTo>
                    <a:pt x="1401" y="305"/>
                    <a:pt x="731" y="3594"/>
                    <a:pt x="203" y="6192"/>
                  </a:cubicBezTo>
                  <a:cubicBezTo>
                    <a:pt x="41" y="6922"/>
                    <a:pt x="0" y="7491"/>
                    <a:pt x="41" y="7917"/>
                  </a:cubicBezTo>
                  <a:lnTo>
                    <a:pt x="41" y="7937"/>
                  </a:lnTo>
                  <a:cubicBezTo>
                    <a:pt x="41" y="9318"/>
                    <a:pt x="650" y="9561"/>
                    <a:pt x="650" y="9561"/>
                  </a:cubicBezTo>
                  <a:cubicBezTo>
                    <a:pt x="650" y="9561"/>
                    <a:pt x="5907" y="13742"/>
                    <a:pt x="6760" y="14656"/>
                  </a:cubicBezTo>
                  <a:cubicBezTo>
                    <a:pt x="7036" y="14958"/>
                    <a:pt x="7271" y="15060"/>
                    <a:pt x="7464" y="15060"/>
                  </a:cubicBezTo>
                  <a:cubicBezTo>
                    <a:pt x="7866" y="15060"/>
                    <a:pt x="8079" y="14615"/>
                    <a:pt x="8079" y="14615"/>
                  </a:cubicBezTo>
                  <a:lnTo>
                    <a:pt x="8201" y="13986"/>
                  </a:lnTo>
                  <a:cubicBezTo>
                    <a:pt x="8201" y="13986"/>
                    <a:pt x="9074" y="9967"/>
                    <a:pt x="9378" y="8201"/>
                  </a:cubicBezTo>
                  <a:cubicBezTo>
                    <a:pt x="9419" y="7958"/>
                    <a:pt x="9419" y="7734"/>
                    <a:pt x="9398" y="7531"/>
                  </a:cubicBezTo>
                  <a:lnTo>
                    <a:pt x="9398" y="7511"/>
                  </a:lnTo>
                  <a:cubicBezTo>
                    <a:pt x="9398" y="5644"/>
                    <a:pt x="7409" y="4629"/>
                    <a:pt x="6130" y="3736"/>
                  </a:cubicBezTo>
                  <a:cubicBezTo>
                    <a:pt x="6069" y="3675"/>
                    <a:pt x="6009" y="3634"/>
                    <a:pt x="5948" y="3594"/>
                  </a:cubicBezTo>
                  <a:cubicBezTo>
                    <a:pt x="4608" y="2498"/>
                    <a:pt x="2680" y="1198"/>
                    <a:pt x="1482" y="21"/>
                  </a:cubicBezTo>
                  <a:cubicBezTo>
                    <a:pt x="1482" y="21"/>
                    <a:pt x="1462" y="1"/>
                    <a:pt x="14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323000" y="2314175"/>
              <a:ext cx="280175" cy="285300"/>
            </a:xfrm>
            <a:custGeom>
              <a:avLst/>
              <a:gdLst/>
              <a:ahLst/>
              <a:cxnLst/>
              <a:rect l="l" t="t" r="r" b="b"/>
              <a:pathLst>
                <a:path w="11207" h="11412" extrusionOk="0">
                  <a:moveTo>
                    <a:pt x="2143" y="9477"/>
                  </a:moveTo>
                  <a:cubicBezTo>
                    <a:pt x="3062" y="10186"/>
                    <a:pt x="4036" y="10907"/>
                    <a:pt x="4284" y="11107"/>
                  </a:cubicBezTo>
                  <a:cubicBezTo>
                    <a:pt x="4284" y="11107"/>
                    <a:pt x="4284" y="11107"/>
                    <a:pt x="4285" y="11107"/>
                  </a:cubicBezTo>
                  <a:lnTo>
                    <a:pt x="4285" y="11107"/>
                  </a:lnTo>
                  <a:cubicBezTo>
                    <a:pt x="3639" y="10591"/>
                    <a:pt x="2882" y="10039"/>
                    <a:pt x="2143" y="9477"/>
                  </a:cubicBezTo>
                  <a:close/>
                  <a:moveTo>
                    <a:pt x="10986" y="0"/>
                  </a:moveTo>
                  <a:cubicBezTo>
                    <a:pt x="10750" y="0"/>
                    <a:pt x="10393" y="187"/>
                    <a:pt x="10393" y="187"/>
                  </a:cubicBezTo>
                  <a:cubicBezTo>
                    <a:pt x="10393" y="187"/>
                    <a:pt x="2538" y="4713"/>
                    <a:pt x="1300" y="5464"/>
                  </a:cubicBezTo>
                  <a:cubicBezTo>
                    <a:pt x="610" y="5891"/>
                    <a:pt x="285" y="6520"/>
                    <a:pt x="123" y="6987"/>
                  </a:cubicBezTo>
                  <a:cubicBezTo>
                    <a:pt x="1" y="7372"/>
                    <a:pt x="1" y="7657"/>
                    <a:pt x="1" y="7657"/>
                  </a:cubicBezTo>
                  <a:lnTo>
                    <a:pt x="1" y="7677"/>
                  </a:lnTo>
                  <a:cubicBezTo>
                    <a:pt x="1" y="7677"/>
                    <a:pt x="21" y="7697"/>
                    <a:pt x="21" y="7697"/>
                  </a:cubicBezTo>
                  <a:cubicBezTo>
                    <a:pt x="605" y="8281"/>
                    <a:pt x="1364" y="8885"/>
                    <a:pt x="2143" y="9477"/>
                  </a:cubicBezTo>
                  <a:lnTo>
                    <a:pt x="2143" y="9477"/>
                  </a:lnTo>
                  <a:cubicBezTo>
                    <a:pt x="1479" y="8966"/>
                    <a:pt x="843" y="8462"/>
                    <a:pt x="529" y="8164"/>
                  </a:cubicBezTo>
                  <a:cubicBezTo>
                    <a:pt x="549" y="8083"/>
                    <a:pt x="569" y="7291"/>
                    <a:pt x="610" y="7149"/>
                  </a:cubicBezTo>
                  <a:cubicBezTo>
                    <a:pt x="732" y="6764"/>
                    <a:pt x="995" y="6236"/>
                    <a:pt x="1564" y="5891"/>
                  </a:cubicBezTo>
                  <a:cubicBezTo>
                    <a:pt x="2782" y="5160"/>
                    <a:pt x="10474" y="715"/>
                    <a:pt x="10657" y="613"/>
                  </a:cubicBezTo>
                  <a:lnTo>
                    <a:pt x="10657" y="613"/>
                  </a:lnTo>
                  <a:cubicBezTo>
                    <a:pt x="10434" y="1852"/>
                    <a:pt x="9277" y="7230"/>
                    <a:pt x="9094" y="7697"/>
                  </a:cubicBezTo>
                  <a:cubicBezTo>
                    <a:pt x="8972" y="7961"/>
                    <a:pt x="8668" y="8184"/>
                    <a:pt x="7613" y="8854"/>
                  </a:cubicBezTo>
                  <a:cubicBezTo>
                    <a:pt x="7308" y="9037"/>
                    <a:pt x="6963" y="9280"/>
                    <a:pt x="6537" y="9565"/>
                  </a:cubicBezTo>
                  <a:cubicBezTo>
                    <a:pt x="5604" y="10173"/>
                    <a:pt x="4631" y="10882"/>
                    <a:pt x="4285" y="11107"/>
                  </a:cubicBezTo>
                  <a:lnTo>
                    <a:pt x="4285" y="11107"/>
                  </a:lnTo>
                  <a:cubicBezTo>
                    <a:pt x="4353" y="11161"/>
                    <a:pt x="4421" y="11216"/>
                    <a:pt x="4487" y="11270"/>
                  </a:cubicBezTo>
                  <a:cubicBezTo>
                    <a:pt x="4548" y="11310"/>
                    <a:pt x="4608" y="11351"/>
                    <a:pt x="4669" y="11412"/>
                  </a:cubicBezTo>
                  <a:lnTo>
                    <a:pt x="4669" y="11391"/>
                  </a:lnTo>
                  <a:cubicBezTo>
                    <a:pt x="4933" y="11229"/>
                    <a:pt x="5522" y="10823"/>
                    <a:pt x="6821" y="9971"/>
                  </a:cubicBezTo>
                  <a:cubicBezTo>
                    <a:pt x="8749" y="8692"/>
                    <a:pt x="9318" y="8428"/>
                    <a:pt x="9541" y="7900"/>
                  </a:cubicBezTo>
                  <a:cubicBezTo>
                    <a:pt x="9784" y="7352"/>
                    <a:pt x="11124" y="938"/>
                    <a:pt x="11185" y="451"/>
                  </a:cubicBezTo>
                  <a:cubicBezTo>
                    <a:pt x="11185" y="390"/>
                    <a:pt x="11185" y="350"/>
                    <a:pt x="11165" y="309"/>
                  </a:cubicBezTo>
                  <a:cubicBezTo>
                    <a:pt x="11165" y="268"/>
                    <a:pt x="11185" y="248"/>
                    <a:pt x="11185" y="228"/>
                  </a:cubicBezTo>
                  <a:cubicBezTo>
                    <a:pt x="11206" y="56"/>
                    <a:pt x="11114" y="0"/>
                    <a:pt x="109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969325" y="2506075"/>
              <a:ext cx="317175" cy="376525"/>
            </a:xfrm>
            <a:custGeom>
              <a:avLst/>
              <a:gdLst/>
              <a:ahLst/>
              <a:cxnLst/>
              <a:rect l="l" t="t" r="r" b="b"/>
              <a:pathLst>
                <a:path w="12687" h="15061" extrusionOk="0">
                  <a:moveTo>
                    <a:pt x="11935" y="1097"/>
                  </a:moveTo>
                  <a:cubicBezTo>
                    <a:pt x="11672" y="2355"/>
                    <a:pt x="11225" y="4385"/>
                    <a:pt x="10880" y="6090"/>
                  </a:cubicBezTo>
                  <a:cubicBezTo>
                    <a:pt x="10758" y="6659"/>
                    <a:pt x="10596" y="7166"/>
                    <a:pt x="10413" y="7592"/>
                  </a:cubicBezTo>
                  <a:lnTo>
                    <a:pt x="10312" y="7673"/>
                  </a:lnTo>
                  <a:lnTo>
                    <a:pt x="10312" y="7795"/>
                  </a:lnTo>
                  <a:cubicBezTo>
                    <a:pt x="9865" y="8871"/>
                    <a:pt x="9358" y="9094"/>
                    <a:pt x="9337" y="9094"/>
                  </a:cubicBezTo>
                  <a:lnTo>
                    <a:pt x="9297" y="9115"/>
                  </a:lnTo>
                  <a:lnTo>
                    <a:pt x="9276" y="9135"/>
                  </a:lnTo>
                  <a:cubicBezTo>
                    <a:pt x="8992" y="9297"/>
                    <a:pt x="2233" y="13336"/>
                    <a:pt x="995" y="14250"/>
                  </a:cubicBezTo>
                  <a:cubicBezTo>
                    <a:pt x="772" y="14433"/>
                    <a:pt x="609" y="14493"/>
                    <a:pt x="528" y="14534"/>
                  </a:cubicBezTo>
                  <a:lnTo>
                    <a:pt x="609" y="14087"/>
                  </a:lnTo>
                  <a:cubicBezTo>
                    <a:pt x="630" y="14047"/>
                    <a:pt x="1421" y="10048"/>
                    <a:pt x="1848" y="8323"/>
                  </a:cubicBezTo>
                  <a:cubicBezTo>
                    <a:pt x="1908" y="8140"/>
                    <a:pt x="1969" y="7958"/>
                    <a:pt x="2051" y="7795"/>
                  </a:cubicBezTo>
                  <a:lnTo>
                    <a:pt x="2071" y="7755"/>
                  </a:lnTo>
                  <a:cubicBezTo>
                    <a:pt x="2335" y="7024"/>
                    <a:pt x="2923" y="6395"/>
                    <a:pt x="3898" y="5745"/>
                  </a:cubicBezTo>
                  <a:cubicBezTo>
                    <a:pt x="4547" y="5299"/>
                    <a:pt x="5258" y="4933"/>
                    <a:pt x="5927" y="4568"/>
                  </a:cubicBezTo>
                  <a:cubicBezTo>
                    <a:pt x="6212" y="4426"/>
                    <a:pt x="6455" y="4304"/>
                    <a:pt x="6699" y="4162"/>
                  </a:cubicBezTo>
                  <a:lnTo>
                    <a:pt x="6760" y="4142"/>
                  </a:lnTo>
                  <a:cubicBezTo>
                    <a:pt x="6820" y="4101"/>
                    <a:pt x="6881" y="4060"/>
                    <a:pt x="6942" y="4040"/>
                  </a:cubicBezTo>
                  <a:cubicBezTo>
                    <a:pt x="7571" y="3654"/>
                    <a:pt x="8241" y="3269"/>
                    <a:pt x="8972" y="2843"/>
                  </a:cubicBezTo>
                  <a:cubicBezTo>
                    <a:pt x="9987" y="2274"/>
                    <a:pt x="11022" y="1686"/>
                    <a:pt x="11935" y="1097"/>
                  </a:cubicBezTo>
                  <a:close/>
                  <a:moveTo>
                    <a:pt x="12686" y="1"/>
                  </a:moveTo>
                  <a:cubicBezTo>
                    <a:pt x="12666" y="1"/>
                    <a:pt x="12666" y="21"/>
                    <a:pt x="12646" y="21"/>
                  </a:cubicBezTo>
                  <a:cubicBezTo>
                    <a:pt x="10961" y="1219"/>
                    <a:pt x="8485" y="2498"/>
                    <a:pt x="6699" y="3594"/>
                  </a:cubicBezTo>
                  <a:cubicBezTo>
                    <a:pt x="6617" y="3634"/>
                    <a:pt x="6536" y="3675"/>
                    <a:pt x="6455" y="3715"/>
                  </a:cubicBezTo>
                  <a:cubicBezTo>
                    <a:pt x="5603" y="4203"/>
                    <a:pt x="4547" y="4690"/>
                    <a:pt x="3613" y="5319"/>
                  </a:cubicBezTo>
                  <a:cubicBezTo>
                    <a:pt x="2720" y="5928"/>
                    <a:pt x="1969" y="6638"/>
                    <a:pt x="1604" y="7572"/>
                  </a:cubicBezTo>
                  <a:cubicBezTo>
                    <a:pt x="1502" y="7775"/>
                    <a:pt x="1421" y="7978"/>
                    <a:pt x="1360" y="8201"/>
                  </a:cubicBezTo>
                  <a:cubicBezTo>
                    <a:pt x="914" y="9967"/>
                    <a:pt x="122" y="13986"/>
                    <a:pt x="122" y="13986"/>
                  </a:cubicBezTo>
                  <a:lnTo>
                    <a:pt x="0" y="14615"/>
                  </a:lnTo>
                  <a:cubicBezTo>
                    <a:pt x="0" y="14615"/>
                    <a:pt x="28" y="15060"/>
                    <a:pt x="429" y="15060"/>
                  </a:cubicBezTo>
                  <a:cubicBezTo>
                    <a:pt x="621" y="15060"/>
                    <a:pt x="898" y="14958"/>
                    <a:pt x="1300" y="14656"/>
                  </a:cubicBezTo>
                  <a:cubicBezTo>
                    <a:pt x="2538" y="13742"/>
                    <a:pt x="9520" y="9561"/>
                    <a:pt x="9520" y="9561"/>
                  </a:cubicBezTo>
                  <a:cubicBezTo>
                    <a:pt x="9520" y="9561"/>
                    <a:pt x="10230" y="9318"/>
                    <a:pt x="10819" y="7917"/>
                  </a:cubicBezTo>
                  <a:cubicBezTo>
                    <a:pt x="10819" y="7897"/>
                    <a:pt x="10819" y="7897"/>
                    <a:pt x="10819" y="7897"/>
                  </a:cubicBezTo>
                  <a:cubicBezTo>
                    <a:pt x="11022" y="7470"/>
                    <a:pt x="11205" y="6922"/>
                    <a:pt x="11367" y="6192"/>
                  </a:cubicBezTo>
                  <a:cubicBezTo>
                    <a:pt x="11915" y="3594"/>
                    <a:pt x="12626" y="305"/>
                    <a:pt x="126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716950" y="2902900"/>
              <a:ext cx="1806025" cy="91875"/>
            </a:xfrm>
            <a:custGeom>
              <a:avLst/>
              <a:gdLst/>
              <a:ahLst/>
              <a:cxnLst/>
              <a:rect l="l" t="t" r="r" b="b"/>
              <a:pathLst>
                <a:path w="72241" h="3675" extrusionOk="0">
                  <a:moveTo>
                    <a:pt x="58072" y="833"/>
                  </a:moveTo>
                  <a:cubicBezTo>
                    <a:pt x="58296" y="833"/>
                    <a:pt x="58438" y="853"/>
                    <a:pt x="58519" y="894"/>
                  </a:cubicBezTo>
                  <a:cubicBezTo>
                    <a:pt x="58560" y="934"/>
                    <a:pt x="58580" y="995"/>
                    <a:pt x="58580" y="1097"/>
                  </a:cubicBezTo>
                  <a:cubicBezTo>
                    <a:pt x="58580" y="1259"/>
                    <a:pt x="58519" y="1361"/>
                    <a:pt x="58417" y="1421"/>
                  </a:cubicBezTo>
                  <a:cubicBezTo>
                    <a:pt x="58336" y="1442"/>
                    <a:pt x="58194" y="1462"/>
                    <a:pt x="57971" y="1462"/>
                  </a:cubicBezTo>
                  <a:lnTo>
                    <a:pt x="57240" y="1462"/>
                  </a:lnTo>
                  <a:lnTo>
                    <a:pt x="57240" y="833"/>
                  </a:lnTo>
                  <a:close/>
                  <a:moveTo>
                    <a:pt x="4913" y="1137"/>
                  </a:moveTo>
                  <a:lnTo>
                    <a:pt x="5258" y="1970"/>
                  </a:lnTo>
                  <a:lnTo>
                    <a:pt x="4568" y="1970"/>
                  </a:lnTo>
                  <a:lnTo>
                    <a:pt x="4913" y="1137"/>
                  </a:lnTo>
                  <a:close/>
                  <a:moveTo>
                    <a:pt x="22389" y="1137"/>
                  </a:moveTo>
                  <a:lnTo>
                    <a:pt x="22714" y="1970"/>
                  </a:lnTo>
                  <a:lnTo>
                    <a:pt x="22044" y="1970"/>
                  </a:lnTo>
                  <a:lnTo>
                    <a:pt x="22389" y="1137"/>
                  </a:lnTo>
                  <a:close/>
                  <a:moveTo>
                    <a:pt x="70150" y="1137"/>
                  </a:moveTo>
                  <a:lnTo>
                    <a:pt x="70495" y="1970"/>
                  </a:lnTo>
                  <a:lnTo>
                    <a:pt x="69804" y="1970"/>
                  </a:lnTo>
                  <a:lnTo>
                    <a:pt x="70150" y="1137"/>
                  </a:lnTo>
                  <a:close/>
                  <a:moveTo>
                    <a:pt x="18654" y="813"/>
                  </a:moveTo>
                  <a:cubicBezTo>
                    <a:pt x="18898" y="813"/>
                    <a:pt x="19060" y="853"/>
                    <a:pt x="19121" y="914"/>
                  </a:cubicBezTo>
                  <a:cubicBezTo>
                    <a:pt x="19162" y="955"/>
                    <a:pt x="19202" y="995"/>
                    <a:pt x="19223" y="1056"/>
                  </a:cubicBezTo>
                  <a:cubicBezTo>
                    <a:pt x="19304" y="1218"/>
                    <a:pt x="19345" y="1462"/>
                    <a:pt x="19345" y="1767"/>
                  </a:cubicBezTo>
                  <a:cubicBezTo>
                    <a:pt x="19345" y="2193"/>
                    <a:pt x="19284" y="2477"/>
                    <a:pt x="19162" y="2599"/>
                  </a:cubicBezTo>
                  <a:cubicBezTo>
                    <a:pt x="19060" y="2741"/>
                    <a:pt x="18837" y="2802"/>
                    <a:pt x="18512" y="2802"/>
                  </a:cubicBezTo>
                  <a:lnTo>
                    <a:pt x="17863" y="2802"/>
                  </a:lnTo>
                  <a:lnTo>
                    <a:pt x="17863" y="813"/>
                  </a:lnTo>
                  <a:close/>
                  <a:moveTo>
                    <a:pt x="26550" y="813"/>
                  </a:moveTo>
                  <a:cubicBezTo>
                    <a:pt x="26773" y="813"/>
                    <a:pt x="26936" y="853"/>
                    <a:pt x="27017" y="914"/>
                  </a:cubicBezTo>
                  <a:cubicBezTo>
                    <a:pt x="27058" y="955"/>
                    <a:pt x="27098" y="995"/>
                    <a:pt x="27119" y="1056"/>
                  </a:cubicBezTo>
                  <a:cubicBezTo>
                    <a:pt x="27200" y="1218"/>
                    <a:pt x="27220" y="1462"/>
                    <a:pt x="27220" y="1767"/>
                  </a:cubicBezTo>
                  <a:cubicBezTo>
                    <a:pt x="27220" y="2193"/>
                    <a:pt x="27159" y="2477"/>
                    <a:pt x="27058" y="2599"/>
                  </a:cubicBezTo>
                  <a:cubicBezTo>
                    <a:pt x="26936" y="2741"/>
                    <a:pt x="26733" y="2802"/>
                    <a:pt x="26408" y="2802"/>
                  </a:cubicBezTo>
                  <a:lnTo>
                    <a:pt x="25738" y="2802"/>
                  </a:lnTo>
                  <a:lnTo>
                    <a:pt x="25759" y="813"/>
                  </a:lnTo>
                  <a:close/>
                  <a:moveTo>
                    <a:pt x="36922" y="813"/>
                  </a:moveTo>
                  <a:cubicBezTo>
                    <a:pt x="37166" y="813"/>
                    <a:pt x="37328" y="853"/>
                    <a:pt x="37409" y="914"/>
                  </a:cubicBezTo>
                  <a:cubicBezTo>
                    <a:pt x="37450" y="955"/>
                    <a:pt x="37470" y="995"/>
                    <a:pt x="37511" y="1056"/>
                  </a:cubicBezTo>
                  <a:cubicBezTo>
                    <a:pt x="37572" y="1218"/>
                    <a:pt x="37612" y="1462"/>
                    <a:pt x="37612" y="1767"/>
                  </a:cubicBezTo>
                  <a:cubicBezTo>
                    <a:pt x="37612" y="2193"/>
                    <a:pt x="37552" y="2477"/>
                    <a:pt x="37450" y="2599"/>
                  </a:cubicBezTo>
                  <a:cubicBezTo>
                    <a:pt x="37328" y="2741"/>
                    <a:pt x="37125" y="2802"/>
                    <a:pt x="36801" y="2802"/>
                  </a:cubicBezTo>
                  <a:lnTo>
                    <a:pt x="36131" y="2802"/>
                  </a:lnTo>
                  <a:lnTo>
                    <a:pt x="36151" y="813"/>
                  </a:lnTo>
                  <a:close/>
                  <a:moveTo>
                    <a:pt x="1848" y="1"/>
                  </a:moveTo>
                  <a:cubicBezTo>
                    <a:pt x="1280" y="1"/>
                    <a:pt x="833" y="82"/>
                    <a:pt x="549" y="265"/>
                  </a:cubicBezTo>
                  <a:cubicBezTo>
                    <a:pt x="305" y="427"/>
                    <a:pt x="163" y="650"/>
                    <a:pt x="82" y="975"/>
                  </a:cubicBezTo>
                  <a:cubicBezTo>
                    <a:pt x="42" y="1158"/>
                    <a:pt x="21" y="1462"/>
                    <a:pt x="21" y="1909"/>
                  </a:cubicBezTo>
                  <a:lnTo>
                    <a:pt x="1" y="3634"/>
                  </a:lnTo>
                  <a:lnTo>
                    <a:pt x="1036" y="3634"/>
                  </a:lnTo>
                  <a:lnTo>
                    <a:pt x="1036" y="2233"/>
                  </a:lnTo>
                  <a:lnTo>
                    <a:pt x="3188" y="2233"/>
                  </a:lnTo>
                  <a:lnTo>
                    <a:pt x="3188" y="1421"/>
                  </a:lnTo>
                  <a:lnTo>
                    <a:pt x="1056" y="1421"/>
                  </a:lnTo>
                  <a:cubicBezTo>
                    <a:pt x="1158" y="1016"/>
                    <a:pt x="1422" y="813"/>
                    <a:pt x="1889" y="813"/>
                  </a:cubicBezTo>
                  <a:lnTo>
                    <a:pt x="3188" y="813"/>
                  </a:lnTo>
                  <a:lnTo>
                    <a:pt x="3188" y="1"/>
                  </a:lnTo>
                  <a:close/>
                  <a:moveTo>
                    <a:pt x="4405" y="1"/>
                  </a:moveTo>
                  <a:lnTo>
                    <a:pt x="2782" y="3634"/>
                  </a:lnTo>
                  <a:lnTo>
                    <a:pt x="3898" y="3634"/>
                  </a:lnTo>
                  <a:lnTo>
                    <a:pt x="4223" y="2822"/>
                  </a:lnTo>
                  <a:lnTo>
                    <a:pt x="5583" y="2822"/>
                  </a:lnTo>
                  <a:lnTo>
                    <a:pt x="5928" y="3634"/>
                  </a:lnTo>
                  <a:lnTo>
                    <a:pt x="7004" y="3634"/>
                  </a:lnTo>
                  <a:lnTo>
                    <a:pt x="5380" y="1"/>
                  </a:lnTo>
                  <a:close/>
                  <a:moveTo>
                    <a:pt x="8506" y="1"/>
                  </a:moveTo>
                  <a:cubicBezTo>
                    <a:pt x="7328" y="1"/>
                    <a:pt x="6740" y="610"/>
                    <a:pt x="6719" y="1827"/>
                  </a:cubicBezTo>
                  <a:cubicBezTo>
                    <a:pt x="6719" y="2172"/>
                    <a:pt x="6780" y="2457"/>
                    <a:pt x="6882" y="2700"/>
                  </a:cubicBezTo>
                  <a:cubicBezTo>
                    <a:pt x="6963" y="2883"/>
                    <a:pt x="7085" y="3066"/>
                    <a:pt x="7247" y="3187"/>
                  </a:cubicBezTo>
                  <a:cubicBezTo>
                    <a:pt x="7572" y="3492"/>
                    <a:pt x="8018" y="3634"/>
                    <a:pt x="8567" y="3634"/>
                  </a:cubicBezTo>
                  <a:lnTo>
                    <a:pt x="9926" y="3634"/>
                  </a:lnTo>
                  <a:lnTo>
                    <a:pt x="9926" y="2802"/>
                  </a:lnTo>
                  <a:lnTo>
                    <a:pt x="8506" y="2802"/>
                  </a:lnTo>
                  <a:cubicBezTo>
                    <a:pt x="8181" y="2802"/>
                    <a:pt x="7978" y="2700"/>
                    <a:pt x="7876" y="2497"/>
                  </a:cubicBezTo>
                  <a:cubicBezTo>
                    <a:pt x="7836" y="2416"/>
                    <a:pt x="7816" y="2294"/>
                    <a:pt x="7816" y="2172"/>
                  </a:cubicBezTo>
                  <a:cubicBezTo>
                    <a:pt x="7816" y="2030"/>
                    <a:pt x="7816" y="1929"/>
                    <a:pt x="7816" y="1868"/>
                  </a:cubicBezTo>
                  <a:cubicBezTo>
                    <a:pt x="7816" y="1523"/>
                    <a:pt x="7876" y="1279"/>
                    <a:pt x="7978" y="1117"/>
                  </a:cubicBezTo>
                  <a:cubicBezTo>
                    <a:pt x="8100" y="914"/>
                    <a:pt x="8323" y="813"/>
                    <a:pt x="8627" y="813"/>
                  </a:cubicBezTo>
                  <a:lnTo>
                    <a:pt x="9926" y="813"/>
                  </a:lnTo>
                  <a:lnTo>
                    <a:pt x="9947" y="1"/>
                  </a:lnTo>
                  <a:close/>
                  <a:moveTo>
                    <a:pt x="13925" y="1"/>
                  </a:moveTo>
                  <a:lnTo>
                    <a:pt x="13925" y="2091"/>
                  </a:lnTo>
                  <a:cubicBezTo>
                    <a:pt x="13925" y="2416"/>
                    <a:pt x="13966" y="2700"/>
                    <a:pt x="14067" y="2923"/>
                  </a:cubicBezTo>
                  <a:cubicBezTo>
                    <a:pt x="14270" y="3390"/>
                    <a:pt x="14757" y="3634"/>
                    <a:pt x="15488" y="3634"/>
                  </a:cubicBezTo>
                  <a:lnTo>
                    <a:pt x="16645" y="3634"/>
                  </a:lnTo>
                  <a:lnTo>
                    <a:pt x="16645" y="2842"/>
                  </a:lnTo>
                  <a:lnTo>
                    <a:pt x="15569" y="2842"/>
                  </a:lnTo>
                  <a:cubicBezTo>
                    <a:pt x="15285" y="2842"/>
                    <a:pt x="15102" y="2781"/>
                    <a:pt x="15021" y="2680"/>
                  </a:cubicBezTo>
                  <a:cubicBezTo>
                    <a:pt x="14960" y="2599"/>
                    <a:pt x="14940" y="2436"/>
                    <a:pt x="14940" y="2213"/>
                  </a:cubicBezTo>
                  <a:lnTo>
                    <a:pt x="14940" y="1"/>
                  </a:lnTo>
                  <a:close/>
                  <a:moveTo>
                    <a:pt x="16848" y="1"/>
                  </a:moveTo>
                  <a:lnTo>
                    <a:pt x="16828" y="3634"/>
                  </a:lnTo>
                  <a:lnTo>
                    <a:pt x="18675" y="3634"/>
                  </a:lnTo>
                  <a:cubicBezTo>
                    <a:pt x="19263" y="3634"/>
                    <a:pt x="19690" y="3512"/>
                    <a:pt x="19933" y="3289"/>
                  </a:cubicBezTo>
                  <a:cubicBezTo>
                    <a:pt x="20258" y="3005"/>
                    <a:pt x="20420" y="2477"/>
                    <a:pt x="20420" y="1726"/>
                  </a:cubicBezTo>
                  <a:cubicBezTo>
                    <a:pt x="20420" y="1381"/>
                    <a:pt x="20359" y="1097"/>
                    <a:pt x="20258" y="873"/>
                  </a:cubicBezTo>
                  <a:cubicBezTo>
                    <a:pt x="19994" y="285"/>
                    <a:pt x="19426" y="1"/>
                    <a:pt x="18553" y="1"/>
                  </a:cubicBezTo>
                  <a:close/>
                  <a:moveTo>
                    <a:pt x="21882" y="1"/>
                  </a:moveTo>
                  <a:lnTo>
                    <a:pt x="20258" y="3634"/>
                  </a:lnTo>
                  <a:lnTo>
                    <a:pt x="21374" y="3634"/>
                  </a:lnTo>
                  <a:lnTo>
                    <a:pt x="21699" y="2822"/>
                  </a:lnTo>
                  <a:lnTo>
                    <a:pt x="23059" y="2822"/>
                  </a:lnTo>
                  <a:lnTo>
                    <a:pt x="23384" y="3634"/>
                  </a:lnTo>
                  <a:lnTo>
                    <a:pt x="24480" y="3634"/>
                  </a:lnTo>
                  <a:lnTo>
                    <a:pt x="22856" y="1"/>
                  </a:lnTo>
                  <a:close/>
                  <a:moveTo>
                    <a:pt x="24723" y="1"/>
                  </a:moveTo>
                  <a:lnTo>
                    <a:pt x="24723" y="3634"/>
                  </a:lnTo>
                  <a:lnTo>
                    <a:pt x="26550" y="3634"/>
                  </a:lnTo>
                  <a:cubicBezTo>
                    <a:pt x="27159" y="3634"/>
                    <a:pt x="27565" y="3512"/>
                    <a:pt x="27829" y="3289"/>
                  </a:cubicBezTo>
                  <a:cubicBezTo>
                    <a:pt x="28133" y="3005"/>
                    <a:pt x="28296" y="2477"/>
                    <a:pt x="28296" y="1726"/>
                  </a:cubicBezTo>
                  <a:cubicBezTo>
                    <a:pt x="28316" y="1381"/>
                    <a:pt x="28255" y="1097"/>
                    <a:pt x="28154" y="873"/>
                  </a:cubicBezTo>
                  <a:cubicBezTo>
                    <a:pt x="27890" y="285"/>
                    <a:pt x="27322" y="1"/>
                    <a:pt x="26449" y="1"/>
                  </a:cubicBezTo>
                  <a:close/>
                  <a:moveTo>
                    <a:pt x="30407" y="1"/>
                  </a:moveTo>
                  <a:cubicBezTo>
                    <a:pt x="29818" y="1"/>
                    <a:pt x="29392" y="122"/>
                    <a:pt x="29108" y="386"/>
                  </a:cubicBezTo>
                  <a:cubicBezTo>
                    <a:pt x="28803" y="670"/>
                    <a:pt x="28641" y="1158"/>
                    <a:pt x="28641" y="1827"/>
                  </a:cubicBezTo>
                  <a:cubicBezTo>
                    <a:pt x="28641" y="2172"/>
                    <a:pt x="28681" y="2457"/>
                    <a:pt x="28803" y="2700"/>
                  </a:cubicBezTo>
                  <a:cubicBezTo>
                    <a:pt x="28884" y="2883"/>
                    <a:pt x="29006" y="3066"/>
                    <a:pt x="29148" y="3187"/>
                  </a:cubicBezTo>
                  <a:cubicBezTo>
                    <a:pt x="29473" y="3492"/>
                    <a:pt x="29920" y="3634"/>
                    <a:pt x="30488" y="3634"/>
                  </a:cubicBezTo>
                  <a:lnTo>
                    <a:pt x="31828" y="3634"/>
                  </a:lnTo>
                  <a:lnTo>
                    <a:pt x="31828" y="2802"/>
                  </a:lnTo>
                  <a:lnTo>
                    <a:pt x="30407" y="2802"/>
                  </a:lnTo>
                  <a:cubicBezTo>
                    <a:pt x="30183" y="2802"/>
                    <a:pt x="30021" y="2761"/>
                    <a:pt x="29940" y="2700"/>
                  </a:cubicBezTo>
                  <a:cubicBezTo>
                    <a:pt x="29899" y="2660"/>
                    <a:pt x="29859" y="2619"/>
                    <a:pt x="29838" y="2558"/>
                  </a:cubicBezTo>
                  <a:cubicBezTo>
                    <a:pt x="29798" y="2457"/>
                    <a:pt x="29778" y="2355"/>
                    <a:pt x="29757" y="2213"/>
                  </a:cubicBezTo>
                  <a:lnTo>
                    <a:pt x="31828" y="2213"/>
                  </a:lnTo>
                  <a:lnTo>
                    <a:pt x="31848" y="1381"/>
                  </a:lnTo>
                  <a:lnTo>
                    <a:pt x="29798" y="1381"/>
                  </a:lnTo>
                  <a:cubicBezTo>
                    <a:pt x="29879" y="995"/>
                    <a:pt x="30123" y="813"/>
                    <a:pt x="30529" y="813"/>
                  </a:cubicBezTo>
                  <a:lnTo>
                    <a:pt x="31848" y="813"/>
                  </a:lnTo>
                  <a:lnTo>
                    <a:pt x="31848" y="1"/>
                  </a:lnTo>
                  <a:close/>
                  <a:moveTo>
                    <a:pt x="35116" y="1"/>
                  </a:moveTo>
                  <a:lnTo>
                    <a:pt x="35096" y="3634"/>
                  </a:lnTo>
                  <a:lnTo>
                    <a:pt x="36943" y="3634"/>
                  </a:lnTo>
                  <a:cubicBezTo>
                    <a:pt x="37531" y="3634"/>
                    <a:pt x="37957" y="3512"/>
                    <a:pt x="38201" y="3289"/>
                  </a:cubicBezTo>
                  <a:cubicBezTo>
                    <a:pt x="38526" y="3005"/>
                    <a:pt x="38688" y="2477"/>
                    <a:pt x="38688" y="1726"/>
                  </a:cubicBezTo>
                  <a:cubicBezTo>
                    <a:pt x="38688" y="1381"/>
                    <a:pt x="38648" y="1097"/>
                    <a:pt x="38526" y="873"/>
                  </a:cubicBezTo>
                  <a:cubicBezTo>
                    <a:pt x="38282" y="285"/>
                    <a:pt x="37714" y="1"/>
                    <a:pt x="36821" y="1"/>
                  </a:cubicBezTo>
                  <a:close/>
                  <a:moveTo>
                    <a:pt x="40799" y="1"/>
                  </a:moveTo>
                  <a:cubicBezTo>
                    <a:pt x="40211" y="1"/>
                    <a:pt x="39784" y="122"/>
                    <a:pt x="39500" y="386"/>
                  </a:cubicBezTo>
                  <a:cubicBezTo>
                    <a:pt x="39175" y="670"/>
                    <a:pt x="39033" y="1158"/>
                    <a:pt x="39013" y="1827"/>
                  </a:cubicBezTo>
                  <a:cubicBezTo>
                    <a:pt x="39013" y="2172"/>
                    <a:pt x="39074" y="2457"/>
                    <a:pt x="39175" y="2700"/>
                  </a:cubicBezTo>
                  <a:cubicBezTo>
                    <a:pt x="39277" y="2883"/>
                    <a:pt x="39378" y="3066"/>
                    <a:pt x="39541" y="3187"/>
                  </a:cubicBezTo>
                  <a:cubicBezTo>
                    <a:pt x="39865" y="3492"/>
                    <a:pt x="40312" y="3634"/>
                    <a:pt x="40880" y="3634"/>
                  </a:cubicBezTo>
                  <a:lnTo>
                    <a:pt x="42220" y="3634"/>
                  </a:lnTo>
                  <a:lnTo>
                    <a:pt x="42220" y="2802"/>
                  </a:lnTo>
                  <a:lnTo>
                    <a:pt x="40799" y="2802"/>
                  </a:lnTo>
                  <a:cubicBezTo>
                    <a:pt x="40576" y="2802"/>
                    <a:pt x="40413" y="2761"/>
                    <a:pt x="40312" y="2700"/>
                  </a:cubicBezTo>
                  <a:cubicBezTo>
                    <a:pt x="40271" y="2660"/>
                    <a:pt x="40251" y="2619"/>
                    <a:pt x="40231" y="2558"/>
                  </a:cubicBezTo>
                  <a:cubicBezTo>
                    <a:pt x="40190" y="2457"/>
                    <a:pt x="40150" y="2355"/>
                    <a:pt x="40150" y="2213"/>
                  </a:cubicBezTo>
                  <a:lnTo>
                    <a:pt x="42220" y="2213"/>
                  </a:lnTo>
                  <a:lnTo>
                    <a:pt x="42220" y="1381"/>
                  </a:lnTo>
                  <a:lnTo>
                    <a:pt x="40190" y="1381"/>
                  </a:lnTo>
                  <a:cubicBezTo>
                    <a:pt x="40271" y="995"/>
                    <a:pt x="40515" y="813"/>
                    <a:pt x="40921" y="813"/>
                  </a:cubicBezTo>
                  <a:lnTo>
                    <a:pt x="42240" y="813"/>
                  </a:lnTo>
                  <a:lnTo>
                    <a:pt x="42240" y="1"/>
                  </a:lnTo>
                  <a:close/>
                  <a:moveTo>
                    <a:pt x="47051" y="1"/>
                  </a:moveTo>
                  <a:cubicBezTo>
                    <a:pt x="46462" y="1"/>
                    <a:pt x="46016" y="122"/>
                    <a:pt x="45752" y="386"/>
                  </a:cubicBezTo>
                  <a:cubicBezTo>
                    <a:pt x="45427" y="670"/>
                    <a:pt x="45265" y="1158"/>
                    <a:pt x="45265" y="1827"/>
                  </a:cubicBezTo>
                  <a:cubicBezTo>
                    <a:pt x="45265" y="2172"/>
                    <a:pt x="45326" y="2457"/>
                    <a:pt x="45427" y="2700"/>
                  </a:cubicBezTo>
                  <a:cubicBezTo>
                    <a:pt x="45508" y="2883"/>
                    <a:pt x="45630" y="3066"/>
                    <a:pt x="45792" y="3187"/>
                  </a:cubicBezTo>
                  <a:cubicBezTo>
                    <a:pt x="46117" y="3492"/>
                    <a:pt x="46564" y="3634"/>
                    <a:pt x="47112" y="3634"/>
                  </a:cubicBezTo>
                  <a:lnTo>
                    <a:pt x="48472" y="3634"/>
                  </a:lnTo>
                  <a:lnTo>
                    <a:pt x="48472" y="2802"/>
                  </a:lnTo>
                  <a:lnTo>
                    <a:pt x="47051" y="2802"/>
                  </a:lnTo>
                  <a:cubicBezTo>
                    <a:pt x="46807" y="2802"/>
                    <a:pt x="46665" y="2761"/>
                    <a:pt x="46564" y="2700"/>
                  </a:cubicBezTo>
                  <a:cubicBezTo>
                    <a:pt x="46523" y="2660"/>
                    <a:pt x="46482" y="2619"/>
                    <a:pt x="46462" y="2558"/>
                  </a:cubicBezTo>
                  <a:cubicBezTo>
                    <a:pt x="46422" y="2457"/>
                    <a:pt x="46401" y="2355"/>
                    <a:pt x="46401" y="2213"/>
                  </a:cubicBezTo>
                  <a:lnTo>
                    <a:pt x="48472" y="2213"/>
                  </a:lnTo>
                  <a:lnTo>
                    <a:pt x="48472" y="1381"/>
                  </a:lnTo>
                  <a:lnTo>
                    <a:pt x="46422" y="1381"/>
                  </a:lnTo>
                  <a:cubicBezTo>
                    <a:pt x="46503" y="995"/>
                    <a:pt x="46746" y="813"/>
                    <a:pt x="47152" y="813"/>
                  </a:cubicBezTo>
                  <a:lnTo>
                    <a:pt x="48472" y="813"/>
                  </a:lnTo>
                  <a:lnTo>
                    <a:pt x="48492" y="1"/>
                  </a:lnTo>
                  <a:close/>
                  <a:moveTo>
                    <a:pt x="48796" y="1"/>
                  </a:moveTo>
                  <a:lnTo>
                    <a:pt x="50035" y="1767"/>
                  </a:lnTo>
                  <a:lnTo>
                    <a:pt x="48654" y="3634"/>
                  </a:lnTo>
                  <a:lnTo>
                    <a:pt x="49933" y="3634"/>
                  </a:lnTo>
                  <a:lnTo>
                    <a:pt x="50643" y="2578"/>
                  </a:lnTo>
                  <a:lnTo>
                    <a:pt x="51334" y="3634"/>
                  </a:lnTo>
                  <a:lnTo>
                    <a:pt x="52470" y="3634"/>
                  </a:lnTo>
                  <a:lnTo>
                    <a:pt x="51212" y="1807"/>
                  </a:lnTo>
                  <a:lnTo>
                    <a:pt x="52470" y="1"/>
                  </a:lnTo>
                  <a:lnTo>
                    <a:pt x="51232" y="1"/>
                  </a:lnTo>
                  <a:lnTo>
                    <a:pt x="50583" y="955"/>
                  </a:lnTo>
                  <a:lnTo>
                    <a:pt x="49913" y="1"/>
                  </a:lnTo>
                  <a:close/>
                  <a:moveTo>
                    <a:pt x="52612" y="1"/>
                  </a:moveTo>
                  <a:lnTo>
                    <a:pt x="52592" y="833"/>
                  </a:lnTo>
                  <a:lnTo>
                    <a:pt x="53749" y="833"/>
                  </a:lnTo>
                  <a:lnTo>
                    <a:pt x="53729" y="3634"/>
                  </a:lnTo>
                  <a:lnTo>
                    <a:pt x="54784" y="3634"/>
                  </a:lnTo>
                  <a:lnTo>
                    <a:pt x="54805" y="833"/>
                  </a:lnTo>
                  <a:lnTo>
                    <a:pt x="55961" y="833"/>
                  </a:lnTo>
                  <a:lnTo>
                    <a:pt x="55961" y="1"/>
                  </a:lnTo>
                  <a:close/>
                  <a:moveTo>
                    <a:pt x="56225" y="1"/>
                  </a:moveTo>
                  <a:lnTo>
                    <a:pt x="56205" y="3634"/>
                  </a:lnTo>
                  <a:lnTo>
                    <a:pt x="57240" y="3634"/>
                  </a:lnTo>
                  <a:lnTo>
                    <a:pt x="57240" y="2294"/>
                  </a:lnTo>
                  <a:lnTo>
                    <a:pt x="57930" y="2294"/>
                  </a:lnTo>
                  <a:lnTo>
                    <a:pt x="58722" y="3634"/>
                  </a:lnTo>
                  <a:lnTo>
                    <a:pt x="59798" y="3634"/>
                  </a:lnTo>
                  <a:lnTo>
                    <a:pt x="58925" y="2172"/>
                  </a:lnTo>
                  <a:cubicBezTo>
                    <a:pt x="59371" y="2030"/>
                    <a:pt x="59595" y="1685"/>
                    <a:pt x="59595" y="1178"/>
                  </a:cubicBezTo>
                  <a:cubicBezTo>
                    <a:pt x="59595" y="975"/>
                    <a:pt x="59554" y="792"/>
                    <a:pt x="59493" y="630"/>
                  </a:cubicBezTo>
                  <a:cubicBezTo>
                    <a:pt x="59311" y="204"/>
                    <a:pt x="58864" y="1"/>
                    <a:pt x="58154" y="1"/>
                  </a:cubicBezTo>
                  <a:close/>
                  <a:moveTo>
                    <a:pt x="61685" y="1"/>
                  </a:moveTo>
                  <a:cubicBezTo>
                    <a:pt x="61097" y="1"/>
                    <a:pt x="60671" y="122"/>
                    <a:pt x="60386" y="386"/>
                  </a:cubicBezTo>
                  <a:cubicBezTo>
                    <a:pt x="60082" y="670"/>
                    <a:pt x="59920" y="1158"/>
                    <a:pt x="59920" y="1827"/>
                  </a:cubicBezTo>
                  <a:cubicBezTo>
                    <a:pt x="59920" y="2172"/>
                    <a:pt x="59960" y="2457"/>
                    <a:pt x="60082" y="2700"/>
                  </a:cubicBezTo>
                  <a:cubicBezTo>
                    <a:pt x="60163" y="2883"/>
                    <a:pt x="60285" y="3066"/>
                    <a:pt x="60427" y="3187"/>
                  </a:cubicBezTo>
                  <a:cubicBezTo>
                    <a:pt x="60752" y="3492"/>
                    <a:pt x="61198" y="3634"/>
                    <a:pt x="61767" y="3634"/>
                  </a:cubicBezTo>
                  <a:lnTo>
                    <a:pt x="63106" y="3634"/>
                  </a:lnTo>
                  <a:lnTo>
                    <a:pt x="63106" y="2802"/>
                  </a:lnTo>
                  <a:lnTo>
                    <a:pt x="61685" y="2802"/>
                  </a:lnTo>
                  <a:cubicBezTo>
                    <a:pt x="61462" y="2802"/>
                    <a:pt x="61300" y="2761"/>
                    <a:pt x="61198" y="2700"/>
                  </a:cubicBezTo>
                  <a:cubicBezTo>
                    <a:pt x="61178" y="2660"/>
                    <a:pt x="61137" y="2619"/>
                    <a:pt x="61117" y="2558"/>
                  </a:cubicBezTo>
                  <a:cubicBezTo>
                    <a:pt x="61076" y="2457"/>
                    <a:pt x="61056" y="2355"/>
                    <a:pt x="61036" y="2213"/>
                  </a:cubicBezTo>
                  <a:lnTo>
                    <a:pt x="63106" y="2213"/>
                  </a:lnTo>
                  <a:lnTo>
                    <a:pt x="63127" y="1381"/>
                  </a:lnTo>
                  <a:lnTo>
                    <a:pt x="61076" y="1381"/>
                  </a:lnTo>
                  <a:cubicBezTo>
                    <a:pt x="61158" y="995"/>
                    <a:pt x="61401" y="813"/>
                    <a:pt x="61807" y="813"/>
                  </a:cubicBezTo>
                  <a:lnTo>
                    <a:pt x="63127" y="813"/>
                  </a:lnTo>
                  <a:lnTo>
                    <a:pt x="63127" y="1"/>
                  </a:lnTo>
                  <a:close/>
                  <a:moveTo>
                    <a:pt x="63472" y="1"/>
                  </a:moveTo>
                  <a:lnTo>
                    <a:pt x="63451" y="3634"/>
                  </a:lnTo>
                  <a:lnTo>
                    <a:pt x="64405" y="3634"/>
                  </a:lnTo>
                  <a:lnTo>
                    <a:pt x="64426" y="1604"/>
                  </a:lnTo>
                  <a:lnTo>
                    <a:pt x="65136" y="3634"/>
                  </a:lnTo>
                  <a:lnTo>
                    <a:pt x="66131" y="3634"/>
                  </a:lnTo>
                  <a:lnTo>
                    <a:pt x="66800" y="1746"/>
                  </a:lnTo>
                  <a:lnTo>
                    <a:pt x="66800" y="3634"/>
                  </a:lnTo>
                  <a:lnTo>
                    <a:pt x="67754" y="3634"/>
                  </a:lnTo>
                  <a:lnTo>
                    <a:pt x="67754" y="1"/>
                  </a:lnTo>
                  <a:lnTo>
                    <a:pt x="66415" y="1"/>
                  </a:lnTo>
                  <a:lnTo>
                    <a:pt x="65583" y="2335"/>
                  </a:lnTo>
                  <a:lnTo>
                    <a:pt x="64791" y="1"/>
                  </a:lnTo>
                  <a:close/>
                  <a:moveTo>
                    <a:pt x="69642" y="1"/>
                  </a:moveTo>
                  <a:lnTo>
                    <a:pt x="68018" y="3634"/>
                  </a:lnTo>
                  <a:lnTo>
                    <a:pt x="69135" y="3634"/>
                  </a:lnTo>
                  <a:lnTo>
                    <a:pt x="69459" y="2822"/>
                  </a:lnTo>
                  <a:lnTo>
                    <a:pt x="70819" y="2822"/>
                  </a:lnTo>
                  <a:lnTo>
                    <a:pt x="71164" y="3634"/>
                  </a:lnTo>
                  <a:lnTo>
                    <a:pt x="72240" y="3634"/>
                  </a:lnTo>
                  <a:lnTo>
                    <a:pt x="70616" y="1"/>
                  </a:lnTo>
                  <a:close/>
                  <a:moveTo>
                    <a:pt x="10150" y="1"/>
                  </a:moveTo>
                  <a:lnTo>
                    <a:pt x="10150" y="2233"/>
                  </a:lnTo>
                  <a:cubicBezTo>
                    <a:pt x="10150" y="2538"/>
                    <a:pt x="10190" y="2781"/>
                    <a:pt x="10272" y="2964"/>
                  </a:cubicBezTo>
                  <a:cubicBezTo>
                    <a:pt x="10292" y="3005"/>
                    <a:pt x="10312" y="3045"/>
                    <a:pt x="10332" y="3086"/>
                  </a:cubicBezTo>
                  <a:cubicBezTo>
                    <a:pt x="10596" y="3472"/>
                    <a:pt x="11104" y="3674"/>
                    <a:pt x="11895" y="3674"/>
                  </a:cubicBezTo>
                  <a:cubicBezTo>
                    <a:pt x="12545" y="3674"/>
                    <a:pt x="13012" y="3512"/>
                    <a:pt x="13276" y="3208"/>
                  </a:cubicBezTo>
                  <a:cubicBezTo>
                    <a:pt x="13438" y="3025"/>
                    <a:pt x="13519" y="2680"/>
                    <a:pt x="13519" y="2233"/>
                  </a:cubicBezTo>
                  <a:lnTo>
                    <a:pt x="13519" y="1"/>
                  </a:lnTo>
                  <a:lnTo>
                    <a:pt x="12504" y="1"/>
                  </a:lnTo>
                  <a:lnTo>
                    <a:pt x="12504" y="2112"/>
                  </a:lnTo>
                  <a:cubicBezTo>
                    <a:pt x="12504" y="2416"/>
                    <a:pt x="12443" y="2619"/>
                    <a:pt x="12342" y="2741"/>
                  </a:cubicBezTo>
                  <a:cubicBezTo>
                    <a:pt x="12240" y="2842"/>
                    <a:pt x="12058" y="2903"/>
                    <a:pt x="11774" y="2903"/>
                  </a:cubicBezTo>
                  <a:cubicBezTo>
                    <a:pt x="11469" y="2903"/>
                    <a:pt x="11266" y="2822"/>
                    <a:pt x="11205" y="2680"/>
                  </a:cubicBezTo>
                  <a:cubicBezTo>
                    <a:pt x="11185" y="2599"/>
                    <a:pt x="11165" y="2457"/>
                    <a:pt x="11165" y="2213"/>
                  </a:cubicBezTo>
                  <a:lnTo>
                    <a:pt x="111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6" name="Google Shape;26;p2"/>
          <p:cNvSpPr txBox="1">
            <a:spLocks noGrp="1"/>
          </p:cNvSpPr>
          <p:nvPr>
            <p:ph type="ctrTitle"/>
          </p:nvPr>
        </p:nvSpPr>
        <p:spPr>
          <a:xfrm>
            <a:off x="1689150" y="1242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  <p:sp>
        <p:nvSpPr>
          <p:cNvPr id="30" name="Google Shape;30;p3"/>
          <p:cNvSpPr/>
          <p:nvPr/>
        </p:nvSpPr>
        <p:spPr>
          <a:xfrm>
            <a:off x="5513529" y="2156248"/>
            <a:ext cx="3507616" cy="2506985"/>
          </a:xfrm>
          <a:custGeom>
            <a:avLst/>
            <a:gdLst/>
            <a:ahLst/>
            <a:cxnLst/>
            <a:rect l="l" t="t" r="r" b="b"/>
            <a:pathLst>
              <a:path w="231564" h="207876" extrusionOk="0">
                <a:moveTo>
                  <a:pt x="11844" y="204193"/>
                </a:moveTo>
                <a:lnTo>
                  <a:pt x="11844" y="204193"/>
                </a:lnTo>
                <a:lnTo>
                  <a:pt x="9961" y="205616"/>
                </a:lnTo>
                <a:lnTo>
                  <a:pt x="8203" y="206662"/>
                </a:lnTo>
                <a:lnTo>
                  <a:pt x="6613" y="207332"/>
                </a:lnTo>
                <a:lnTo>
                  <a:pt x="5231" y="207709"/>
                </a:lnTo>
                <a:lnTo>
                  <a:pt x="4185" y="207876"/>
                </a:lnTo>
                <a:lnTo>
                  <a:pt x="3139" y="207709"/>
                </a:lnTo>
                <a:lnTo>
                  <a:pt x="2427" y="207499"/>
                </a:lnTo>
                <a:lnTo>
                  <a:pt x="1758" y="207164"/>
                </a:lnTo>
                <a:lnTo>
                  <a:pt x="1214" y="206662"/>
                </a:lnTo>
                <a:lnTo>
                  <a:pt x="879" y="206118"/>
                </a:lnTo>
                <a:lnTo>
                  <a:pt x="335" y="205072"/>
                </a:lnTo>
                <a:lnTo>
                  <a:pt x="0" y="204193"/>
                </a:lnTo>
                <a:lnTo>
                  <a:pt x="0" y="203858"/>
                </a:lnTo>
                <a:lnTo>
                  <a:pt x="1214" y="197915"/>
                </a:lnTo>
                <a:lnTo>
                  <a:pt x="1214" y="197915"/>
                </a:lnTo>
                <a:lnTo>
                  <a:pt x="5399" y="177534"/>
                </a:lnTo>
                <a:lnTo>
                  <a:pt x="9082" y="160249"/>
                </a:lnTo>
                <a:lnTo>
                  <a:pt x="11007" y="152046"/>
                </a:lnTo>
                <a:lnTo>
                  <a:pt x="12555" y="145099"/>
                </a:lnTo>
                <a:lnTo>
                  <a:pt x="12555" y="145099"/>
                </a:lnTo>
                <a:lnTo>
                  <a:pt x="13434" y="142127"/>
                </a:lnTo>
                <a:lnTo>
                  <a:pt x="14648" y="139323"/>
                </a:lnTo>
                <a:lnTo>
                  <a:pt x="14648" y="139323"/>
                </a:lnTo>
                <a:lnTo>
                  <a:pt x="16029" y="136352"/>
                </a:lnTo>
                <a:lnTo>
                  <a:pt x="17787" y="133422"/>
                </a:lnTo>
                <a:lnTo>
                  <a:pt x="19879" y="130618"/>
                </a:lnTo>
                <a:lnTo>
                  <a:pt x="22139" y="127982"/>
                </a:lnTo>
                <a:lnTo>
                  <a:pt x="24609" y="125554"/>
                </a:lnTo>
                <a:lnTo>
                  <a:pt x="27371" y="123127"/>
                </a:lnTo>
                <a:lnTo>
                  <a:pt x="30175" y="121034"/>
                </a:lnTo>
                <a:lnTo>
                  <a:pt x="33146" y="118774"/>
                </a:lnTo>
                <a:lnTo>
                  <a:pt x="33146" y="118774"/>
                </a:lnTo>
                <a:lnTo>
                  <a:pt x="120490" y="65037"/>
                </a:lnTo>
                <a:lnTo>
                  <a:pt x="183267" y="26492"/>
                </a:lnTo>
                <a:lnTo>
                  <a:pt x="206452" y="12388"/>
                </a:lnTo>
                <a:lnTo>
                  <a:pt x="219217" y="4729"/>
                </a:lnTo>
                <a:lnTo>
                  <a:pt x="219217" y="4729"/>
                </a:lnTo>
                <a:lnTo>
                  <a:pt x="224448" y="1758"/>
                </a:lnTo>
                <a:lnTo>
                  <a:pt x="224448" y="1758"/>
                </a:lnTo>
                <a:lnTo>
                  <a:pt x="225495" y="1214"/>
                </a:lnTo>
                <a:lnTo>
                  <a:pt x="226708" y="711"/>
                </a:lnTo>
                <a:lnTo>
                  <a:pt x="228089" y="335"/>
                </a:lnTo>
                <a:lnTo>
                  <a:pt x="229471" y="0"/>
                </a:lnTo>
                <a:lnTo>
                  <a:pt x="230015" y="0"/>
                </a:lnTo>
                <a:lnTo>
                  <a:pt x="230517" y="167"/>
                </a:lnTo>
                <a:lnTo>
                  <a:pt x="231061" y="544"/>
                </a:lnTo>
                <a:lnTo>
                  <a:pt x="231228" y="879"/>
                </a:lnTo>
                <a:lnTo>
                  <a:pt x="231396" y="1381"/>
                </a:lnTo>
                <a:lnTo>
                  <a:pt x="231396" y="2093"/>
                </a:lnTo>
                <a:lnTo>
                  <a:pt x="231396" y="2093"/>
                </a:lnTo>
                <a:lnTo>
                  <a:pt x="231228" y="2971"/>
                </a:lnTo>
                <a:lnTo>
                  <a:pt x="231228" y="2971"/>
                </a:lnTo>
                <a:lnTo>
                  <a:pt x="231563" y="3474"/>
                </a:lnTo>
                <a:lnTo>
                  <a:pt x="231563" y="4353"/>
                </a:lnTo>
                <a:lnTo>
                  <a:pt x="231563" y="4353"/>
                </a:lnTo>
                <a:lnTo>
                  <a:pt x="229303" y="16029"/>
                </a:lnTo>
                <a:lnTo>
                  <a:pt x="224616" y="38001"/>
                </a:lnTo>
                <a:lnTo>
                  <a:pt x="219719" y="60182"/>
                </a:lnTo>
                <a:lnTo>
                  <a:pt x="217794" y="68009"/>
                </a:lnTo>
                <a:lnTo>
                  <a:pt x="217124" y="70645"/>
                </a:lnTo>
                <a:lnTo>
                  <a:pt x="216580" y="72194"/>
                </a:lnTo>
                <a:lnTo>
                  <a:pt x="216580" y="72194"/>
                </a:lnTo>
                <a:lnTo>
                  <a:pt x="215869" y="73407"/>
                </a:lnTo>
                <a:lnTo>
                  <a:pt x="215199" y="74621"/>
                </a:lnTo>
                <a:lnTo>
                  <a:pt x="214153" y="75667"/>
                </a:lnTo>
                <a:lnTo>
                  <a:pt x="212939" y="76923"/>
                </a:lnTo>
                <a:lnTo>
                  <a:pt x="212939" y="76923"/>
                </a:lnTo>
                <a:lnTo>
                  <a:pt x="113543" y="139700"/>
                </a:lnTo>
                <a:lnTo>
                  <a:pt x="44655" y="183267"/>
                </a:lnTo>
                <a:lnTo>
                  <a:pt x="21470" y="198083"/>
                </a:lnTo>
                <a:close/>
              </a:path>
            </a:pathLst>
          </a:cu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" name="Google Shape;31;p3"/>
          <p:cNvSpPr/>
          <p:nvPr/>
        </p:nvSpPr>
        <p:spPr>
          <a:xfrm>
            <a:off x="4356000" y="2844000"/>
            <a:ext cx="4836000" cy="2328000"/>
          </a:xfrm>
          <a:custGeom>
            <a:avLst/>
            <a:gdLst/>
            <a:ahLst/>
            <a:cxnLst/>
            <a:rect l="l" t="t" r="r" b="b"/>
            <a:pathLst>
              <a:path w="193440" h="93120" extrusionOk="0">
                <a:moveTo>
                  <a:pt x="193440" y="0"/>
                </a:moveTo>
                <a:lnTo>
                  <a:pt x="0" y="93120"/>
                </a:lnTo>
                <a:lnTo>
                  <a:pt x="114240" y="93120"/>
                </a:lnTo>
                <a:lnTo>
                  <a:pt x="192000" y="585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Char char="●"/>
              <a:defRPr>
                <a:solidFill>
                  <a:srgbClr val="434343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○"/>
              <a:defRPr>
                <a:solidFill>
                  <a:srgbClr val="434343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■"/>
              <a:defRPr>
                <a:solidFill>
                  <a:srgbClr val="434343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●"/>
              <a:defRPr>
                <a:solidFill>
                  <a:srgbClr val="434343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○"/>
              <a:defRPr>
                <a:solidFill>
                  <a:srgbClr val="434343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■"/>
              <a:defRPr>
                <a:solidFill>
                  <a:srgbClr val="434343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●"/>
              <a:defRPr>
                <a:solidFill>
                  <a:srgbClr val="434343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○"/>
              <a:defRPr>
                <a:solidFill>
                  <a:srgbClr val="434343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  <p:grpSp>
        <p:nvGrpSpPr>
          <p:cNvPr id="35" name="Google Shape;35;p4"/>
          <p:cNvGrpSpPr/>
          <p:nvPr/>
        </p:nvGrpSpPr>
        <p:grpSpPr>
          <a:xfrm>
            <a:off x="174201" y="132000"/>
            <a:ext cx="1709803" cy="1531539"/>
            <a:chOff x="1" y="132000"/>
            <a:chExt cx="1709803" cy="1531539"/>
          </a:xfrm>
        </p:grpSpPr>
        <p:sp>
          <p:nvSpPr>
            <p:cNvPr id="36" name="Google Shape;36;p4"/>
            <p:cNvSpPr/>
            <p:nvPr/>
          </p:nvSpPr>
          <p:spPr>
            <a:xfrm>
              <a:off x="288001" y="132000"/>
              <a:ext cx="1421803" cy="1016514"/>
            </a:xfrm>
            <a:custGeom>
              <a:avLst/>
              <a:gdLst/>
              <a:ahLst/>
              <a:cxnLst/>
              <a:rect l="l" t="t" r="r" b="b"/>
              <a:pathLst>
                <a:path w="231564" h="207876" extrusionOk="0">
                  <a:moveTo>
                    <a:pt x="11844" y="204193"/>
                  </a:moveTo>
                  <a:lnTo>
                    <a:pt x="11844" y="204193"/>
                  </a:lnTo>
                  <a:lnTo>
                    <a:pt x="9961" y="205616"/>
                  </a:lnTo>
                  <a:lnTo>
                    <a:pt x="8203" y="206662"/>
                  </a:lnTo>
                  <a:lnTo>
                    <a:pt x="6613" y="207332"/>
                  </a:lnTo>
                  <a:lnTo>
                    <a:pt x="5231" y="207709"/>
                  </a:lnTo>
                  <a:lnTo>
                    <a:pt x="4185" y="207876"/>
                  </a:lnTo>
                  <a:lnTo>
                    <a:pt x="3139" y="207709"/>
                  </a:lnTo>
                  <a:lnTo>
                    <a:pt x="2427" y="207499"/>
                  </a:lnTo>
                  <a:lnTo>
                    <a:pt x="1758" y="207164"/>
                  </a:lnTo>
                  <a:lnTo>
                    <a:pt x="1214" y="206662"/>
                  </a:lnTo>
                  <a:lnTo>
                    <a:pt x="879" y="206118"/>
                  </a:lnTo>
                  <a:lnTo>
                    <a:pt x="335" y="205072"/>
                  </a:lnTo>
                  <a:lnTo>
                    <a:pt x="0" y="204193"/>
                  </a:lnTo>
                  <a:lnTo>
                    <a:pt x="0" y="203858"/>
                  </a:lnTo>
                  <a:lnTo>
                    <a:pt x="1214" y="197915"/>
                  </a:lnTo>
                  <a:lnTo>
                    <a:pt x="1214" y="197915"/>
                  </a:lnTo>
                  <a:lnTo>
                    <a:pt x="5399" y="177534"/>
                  </a:lnTo>
                  <a:lnTo>
                    <a:pt x="9082" y="160249"/>
                  </a:lnTo>
                  <a:lnTo>
                    <a:pt x="11007" y="152046"/>
                  </a:lnTo>
                  <a:lnTo>
                    <a:pt x="12555" y="145099"/>
                  </a:lnTo>
                  <a:lnTo>
                    <a:pt x="12555" y="145099"/>
                  </a:lnTo>
                  <a:lnTo>
                    <a:pt x="13434" y="142127"/>
                  </a:lnTo>
                  <a:lnTo>
                    <a:pt x="14648" y="139323"/>
                  </a:lnTo>
                  <a:lnTo>
                    <a:pt x="14648" y="139323"/>
                  </a:lnTo>
                  <a:lnTo>
                    <a:pt x="16029" y="136352"/>
                  </a:lnTo>
                  <a:lnTo>
                    <a:pt x="17787" y="133422"/>
                  </a:lnTo>
                  <a:lnTo>
                    <a:pt x="19879" y="130618"/>
                  </a:lnTo>
                  <a:lnTo>
                    <a:pt x="22139" y="127982"/>
                  </a:lnTo>
                  <a:lnTo>
                    <a:pt x="24609" y="125554"/>
                  </a:lnTo>
                  <a:lnTo>
                    <a:pt x="27371" y="123127"/>
                  </a:lnTo>
                  <a:lnTo>
                    <a:pt x="30175" y="121034"/>
                  </a:lnTo>
                  <a:lnTo>
                    <a:pt x="33146" y="118774"/>
                  </a:lnTo>
                  <a:lnTo>
                    <a:pt x="33146" y="118774"/>
                  </a:lnTo>
                  <a:lnTo>
                    <a:pt x="120490" y="65037"/>
                  </a:lnTo>
                  <a:lnTo>
                    <a:pt x="183267" y="26492"/>
                  </a:lnTo>
                  <a:lnTo>
                    <a:pt x="206452" y="12388"/>
                  </a:lnTo>
                  <a:lnTo>
                    <a:pt x="219217" y="4729"/>
                  </a:lnTo>
                  <a:lnTo>
                    <a:pt x="219217" y="4729"/>
                  </a:lnTo>
                  <a:lnTo>
                    <a:pt x="224448" y="1758"/>
                  </a:lnTo>
                  <a:lnTo>
                    <a:pt x="224448" y="1758"/>
                  </a:lnTo>
                  <a:lnTo>
                    <a:pt x="225495" y="1214"/>
                  </a:lnTo>
                  <a:lnTo>
                    <a:pt x="226708" y="711"/>
                  </a:lnTo>
                  <a:lnTo>
                    <a:pt x="228089" y="335"/>
                  </a:lnTo>
                  <a:lnTo>
                    <a:pt x="229471" y="0"/>
                  </a:lnTo>
                  <a:lnTo>
                    <a:pt x="230015" y="0"/>
                  </a:lnTo>
                  <a:lnTo>
                    <a:pt x="230517" y="167"/>
                  </a:lnTo>
                  <a:lnTo>
                    <a:pt x="231061" y="544"/>
                  </a:lnTo>
                  <a:lnTo>
                    <a:pt x="231228" y="879"/>
                  </a:lnTo>
                  <a:lnTo>
                    <a:pt x="231396" y="1381"/>
                  </a:lnTo>
                  <a:lnTo>
                    <a:pt x="231396" y="2093"/>
                  </a:lnTo>
                  <a:lnTo>
                    <a:pt x="231396" y="2093"/>
                  </a:lnTo>
                  <a:lnTo>
                    <a:pt x="231228" y="2971"/>
                  </a:lnTo>
                  <a:lnTo>
                    <a:pt x="231228" y="2971"/>
                  </a:lnTo>
                  <a:lnTo>
                    <a:pt x="231563" y="3474"/>
                  </a:lnTo>
                  <a:lnTo>
                    <a:pt x="231563" y="4353"/>
                  </a:lnTo>
                  <a:lnTo>
                    <a:pt x="231563" y="4353"/>
                  </a:lnTo>
                  <a:lnTo>
                    <a:pt x="229303" y="16029"/>
                  </a:lnTo>
                  <a:lnTo>
                    <a:pt x="224616" y="38001"/>
                  </a:lnTo>
                  <a:lnTo>
                    <a:pt x="219719" y="60182"/>
                  </a:lnTo>
                  <a:lnTo>
                    <a:pt x="217794" y="68009"/>
                  </a:lnTo>
                  <a:lnTo>
                    <a:pt x="217124" y="70645"/>
                  </a:lnTo>
                  <a:lnTo>
                    <a:pt x="216580" y="72194"/>
                  </a:lnTo>
                  <a:lnTo>
                    <a:pt x="216580" y="72194"/>
                  </a:lnTo>
                  <a:lnTo>
                    <a:pt x="215869" y="73407"/>
                  </a:lnTo>
                  <a:lnTo>
                    <a:pt x="215199" y="74621"/>
                  </a:lnTo>
                  <a:lnTo>
                    <a:pt x="214153" y="75667"/>
                  </a:lnTo>
                  <a:lnTo>
                    <a:pt x="212939" y="76923"/>
                  </a:lnTo>
                  <a:lnTo>
                    <a:pt x="212939" y="76923"/>
                  </a:lnTo>
                  <a:lnTo>
                    <a:pt x="113543" y="139700"/>
                  </a:lnTo>
                  <a:lnTo>
                    <a:pt x="44655" y="183267"/>
                  </a:lnTo>
                  <a:lnTo>
                    <a:pt x="21470" y="1980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1" y="647025"/>
              <a:ext cx="1421803" cy="1016514"/>
            </a:xfrm>
            <a:custGeom>
              <a:avLst/>
              <a:gdLst/>
              <a:ahLst/>
              <a:cxnLst/>
              <a:rect l="l" t="t" r="r" b="b"/>
              <a:pathLst>
                <a:path w="231564" h="207876" extrusionOk="0">
                  <a:moveTo>
                    <a:pt x="11844" y="204193"/>
                  </a:moveTo>
                  <a:lnTo>
                    <a:pt x="11844" y="204193"/>
                  </a:lnTo>
                  <a:lnTo>
                    <a:pt x="9961" y="205616"/>
                  </a:lnTo>
                  <a:lnTo>
                    <a:pt x="8203" y="206662"/>
                  </a:lnTo>
                  <a:lnTo>
                    <a:pt x="6613" y="207332"/>
                  </a:lnTo>
                  <a:lnTo>
                    <a:pt x="5231" y="207709"/>
                  </a:lnTo>
                  <a:lnTo>
                    <a:pt x="4185" y="207876"/>
                  </a:lnTo>
                  <a:lnTo>
                    <a:pt x="3139" y="207709"/>
                  </a:lnTo>
                  <a:lnTo>
                    <a:pt x="2427" y="207499"/>
                  </a:lnTo>
                  <a:lnTo>
                    <a:pt x="1758" y="207164"/>
                  </a:lnTo>
                  <a:lnTo>
                    <a:pt x="1214" y="206662"/>
                  </a:lnTo>
                  <a:lnTo>
                    <a:pt x="879" y="206118"/>
                  </a:lnTo>
                  <a:lnTo>
                    <a:pt x="335" y="205072"/>
                  </a:lnTo>
                  <a:lnTo>
                    <a:pt x="0" y="204193"/>
                  </a:lnTo>
                  <a:lnTo>
                    <a:pt x="0" y="203858"/>
                  </a:lnTo>
                  <a:lnTo>
                    <a:pt x="1214" y="197915"/>
                  </a:lnTo>
                  <a:lnTo>
                    <a:pt x="1214" y="197915"/>
                  </a:lnTo>
                  <a:lnTo>
                    <a:pt x="5399" y="177534"/>
                  </a:lnTo>
                  <a:lnTo>
                    <a:pt x="9082" y="160249"/>
                  </a:lnTo>
                  <a:lnTo>
                    <a:pt x="11007" y="152046"/>
                  </a:lnTo>
                  <a:lnTo>
                    <a:pt x="12555" y="145099"/>
                  </a:lnTo>
                  <a:lnTo>
                    <a:pt x="12555" y="145099"/>
                  </a:lnTo>
                  <a:lnTo>
                    <a:pt x="13434" y="142127"/>
                  </a:lnTo>
                  <a:lnTo>
                    <a:pt x="14648" y="139323"/>
                  </a:lnTo>
                  <a:lnTo>
                    <a:pt x="14648" y="139323"/>
                  </a:lnTo>
                  <a:lnTo>
                    <a:pt x="16029" y="136352"/>
                  </a:lnTo>
                  <a:lnTo>
                    <a:pt x="17787" y="133422"/>
                  </a:lnTo>
                  <a:lnTo>
                    <a:pt x="19879" y="130618"/>
                  </a:lnTo>
                  <a:lnTo>
                    <a:pt x="22139" y="127982"/>
                  </a:lnTo>
                  <a:lnTo>
                    <a:pt x="24609" y="125554"/>
                  </a:lnTo>
                  <a:lnTo>
                    <a:pt x="27371" y="123127"/>
                  </a:lnTo>
                  <a:lnTo>
                    <a:pt x="30175" y="121034"/>
                  </a:lnTo>
                  <a:lnTo>
                    <a:pt x="33146" y="118774"/>
                  </a:lnTo>
                  <a:lnTo>
                    <a:pt x="33146" y="118774"/>
                  </a:lnTo>
                  <a:lnTo>
                    <a:pt x="120490" y="65037"/>
                  </a:lnTo>
                  <a:lnTo>
                    <a:pt x="183267" y="26492"/>
                  </a:lnTo>
                  <a:lnTo>
                    <a:pt x="206452" y="12388"/>
                  </a:lnTo>
                  <a:lnTo>
                    <a:pt x="219217" y="4729"/>
                  </a:lnTo>
                  <a:lnTo>
                    <a:pt x="219217" y="4729"/>
                  </a:lnTo>
                  <a:lnTo>
                    <a:pt x="224448" y="1758"/>
                  </a:lnTo>
                  <a:lnTo>
                    <a:pt x="224448" y="1758"/>
                  </a:lnTo>
                  <a:lnTo>
                    <a:pt x="225495" y="1214"/>
                  </a:lnTo>
                  <a:lnTo>
                    <a:pt x="226708" y="711"/>
                  </a:lnTo>
                  <a:lnTo>
                    <a:pt x="228089" y="335"/>
                  </a:lnTo>
                  <a:lnTo>
                    <a:pt x="229471" y="0"/>
                  </a:lnTo>
                  <a:lnTo>
                    <a:pt x="230015" y="0"/>
                  </a:lnTo>
                  <a:lnTo>
                    <a:pt x="230517" y="167"/>
                  </a:lnTo>
                  <a:lnTo>
                    <a:pt x="231061" y="544"/>
                  </a:lnTo>
                  <a:lnTo>
                    <a:pt x="231228" y="879"/>
                  </a:lnTo>
                  <a:lnTo>
                    <a:pt x="231396" y="1381"/>
                  </a:lnTo>
                  <a:lnTo>
                    <a:pt x="231396" y="2093"/>
                  </a:lnTo>
                  <a:lnTo>
                    <a:pt x="231396" y="2093"/>
                  </a:lnTo>
                  <a:lnTo>
                    <a:pt x="231228" y="2971"/>
                  </a:lnTo>
                  <a:lnTo>
                    <a:pt x="231228" y="2971"/>
                  </a:lnTo>
                  <a:lnTo>
                    <a:pt x="231563" y="3474"/>
                  </a:lnTo>
                  <a:lnTo>
                    <a:pt x="231563" y="4353"/>
                  </a:lnTo>
                  <a:lnTo>
                    <a:pt x="231563" y="4353"/>
                  </a:lnTo>
                  <a:lnTo>
                    <a:pt x="229303" y="16029"/>
                  </a:lnTo>
                  <a:lnTo>
                    <a:pt x="224616" y="38001"/>
                  </a:lnTo>
                  <a:lnTo>
                    <a:pt x="219719" y="60182"/>
                  </a:lnTo>
                  <a:lnTo>
                    <a:pt x="217794" y="68009"/>
                  </a:lnTo>
                  <a:lnTo>
                    <a:pt x="217124" y="70645"/>
                  </a:lnTo>
                  <a:lnTo>
                    <a:pt x="216580" y="72194"/>
                  </a:lnTo>
                  <a:lnTo>
                    <a:pt x="216580" y="72194"/>
                  </a:lnTo>
                  <a:lnTo>
                    <a:pt x="215869" y="73407"/>
                  </a:lnTo>
                  <a:lnTo>
                    <a:pt x="215199" y="74621"/>
                  </a:lnTo>
                  <a:lnTo>
                    <a:pt x="214153" y="75667"/>
                  </a:lnTo>
                  <a:lnTo>
                    <a:pt x="212939" y="76923"/>
                  </a:lnTo>
                  <a:lnTo>
                    <a:pt x="212939" y="76923"/>
                  </a:lnTo>
                  <a:lnTo>
                    <a:pt x="113543" y="139700"/>
                  </a:lnTo>
                  <a:lnTo>
                    <a:pt x="44655" y="183267"/>
                  </a:lnTo>
                  <a:lnTo>
                    <a:pt x="21470" y="1980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8" name="Google Shape;38;p4"/>
          <p:cNvSpPr txBox="1">
            <a:spLocks noGrp="1"/>
          </p:cNvSpPr>
          <p:nvPr>
            <p:ph type="title"/>
          </p:nvPr>
        </p:nvSpPr>
        <p:spPr>
          <a:xfrm>
            <a:off x="1968000" y="248725"/>
            <a:ext cx="6248400" cy="914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grpSp>
        <p:nvGrpSpPr>
          <p:cNvPr id="39" name="Google Shape;39;p4"/>
          <p:cNvGrpSpPr/>
          <p:nvPr/>
        </p:nvGrpSpPr>
        <p:grpSpPr>
          <a:xfrm>
            <a:off x="391080" y="4431036"/>
            <a:ext cx="1023843" cy="393611"/>
            <a:chOff x="2716950" y="2269625"/>
            <a:chExt cx="1886225" cy="725150"/>
          </a:xfrm>
        </p:grpSpPr>
        <p:sp>
          <p:nvSpPr>
            <p:cNvPr id="40" name="Google Shape;40;p4"/>
            <p:cNvSpPr/>
            <p:nvPr/>
          </p:nvSpPr>
          <p:spPr>
            <a:xfrm>
              <a:off x="4267700" y="2269625"/>
              <a:ext cx="151250" cy="148200"/>
            </a:xfrm>
            <a:custGeom>
              <a:avLst/>
              <a:gdLst/>
              <a:ahLst/>
              <a:cxnLst/>
              <a:rect l="l" t="t" r="r" b="b"/>
              <a:pathLst>
                <a:path w="6050" h="5928" extrusionOk="0">
                  <a:moveTo>
                    <a:pt x="3126" y="0"/>
                  </a:moveTo>
                  <a:cubicBezTo>
                    <a:pt x="1482" y="0"/>
                    <a:pt x="102" y="1320"/>
                    <a:pt x="61" y="2964"/>
                  </a:cubicBezTo>
                  <a:cubicBezTo>
                    <a:pt x="0" y="4608"/>
                    <a:pt x="1279" y="5927"/>
                    <a:pt x="2923" y="5927"/>
                  </a:cubicBezTo>
                  <a:cubicBezTo>
                    <a:pt x="4567" y="5927"/>
                    <a:pt x="5927" y="4608"/>
                    <a:pt x="5988" y="2964"/>
                  </a:cubicBezTo>
                  <a:cubicBezTo>
                    <a:pt x="6049" y="1320"/>
                    <a:pt x="4750" y="0"/>
                    <a:pt x="31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2721025" y="2315300"/>
              <a:ext cx="592200" cy="535875"/>
            </a:xfrm>
            <a:custGeom>
              <a:avLst/>
              <a:gdLst/>
              <a:ahLst/>
              <a:cxnLst/>
              <a:rect l="l" t="t" r="r" b="b"/>
              <a:pathLst>
                <a:path w="23688" h="21435" extrusionOk="0">
                  <a:moveTo>
                    <a:pt x="14675" y="0"/>
                  </a:moveTo>
                  <a:cubicBezTo>
                    <a:pt x="11671" y="0"/>
                    <a:pt x="9276" y="548"/>
                    <a:pt x="7531" y="1624"/>
                  </a:cubicBezTo>
                  <a:cubicBezTo>
                    <a:pt x="6069" y="2537"/>
                    <a:pt x="4933" y="3917"/>
                    <a:pt x="4100" y="5805"/>
                  </a:cubicBezTo>
                  <a:cubicBezTo>
                    <a:pt x="3613" y="6901"/>
                    <a:pt x="3065" y="8708"/>
                    <a:pt x="2456" y="11265"/>
                  </a:cubicBezTo>
                  <a:lnTo>
                    <a:pt x="0" y="21434"/>
                  </a:lnTo>
                  <a:lnTo>
                    <a:pt x="5339" y="21434"/>
                  </a:lnTo>
                  <a:lnTo>
                    <a:pt x="7328" y="13193"/>
                  </a:lnTo>
                  <a:cubicBezTo>
                    <a:pt x="10474" y="13153"/>
                    <a:pt x="12422" y="13295"/>
                    <a:pt x="15244" y="11549"/>
                  </a:cubicBezTo>
                  <a:cubicBezTo>
                    <a:pt x="16441" y="10819"/>
                    <a:pt x="17416" y="9763"/>
                    <a:pt x="18187" y="8403"/>
                  </a:cubicBezTo>
                  <a:lnTo>
                    <a:pt x="8566" y="8403"/>
                  </a:lnTo>
                  <a:cubicBezTo>
                    <a:pt x="9581" y="6028"/>
                    <a:pt x="11306" y="4851"/>
                    <a:pt x="13742" y="4851"/>
                  </a:cubicBezTo>
                  <a:lnTo>
                    <a:pt x="20440" y="4851"/>
                  </a:lnTo>
                  <a:lnTo>
                    <a:pt x="236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3015850" y="2315300"/>
              <a:ext cx="545525" cy="535875"/>
            </a:xfrm>
            <a:custGeom>
              <a:avLst/>
              <a:gdLst/>
              <a:ahLst/>
              <a:cxnLst/>
              <a:rect l="l" t="t" r="r" b="b"/>
              <a:pathLst>
                <a:path w="21821" h="21435" extrusionOk="0">
                  <a:moveTo>
                    <a:pt x="14472" y="6719"/>
                  </a:moveTo>
                  <a:lnTo>
                    <a:pt x="15061" y="11671"/>
                  </a:lnTo>
                  <a:lnTo>
                    <a:pt x="11529" y="11671"/>
                  </a:lnTo>
                  <a:lnTo>
                    <a:pt x="14472" y="6719"/>
                  </a:lnTo>
                  <a:close/>
                  <a:moveTo>
                    <a:pt x="13478" y="0"/>
                  </a:moveTo>
                  <a:lnTo>
                    <a:pt x="0" y="21434"/>
                  </a:lnTo>
                  <a:cubicBezTo>
                    <a:pt x="2274" y="21272"/>
                    <a:pt x="4121" y="20744"/>
                    <a:pt x="5541" y="19851"/>
                  </a:cubicBezTo>
                  <a:cubicBezTo>
                    <a:pt x="6759" y="19120"/>
                    <a:pt x="7754" y="18045"/>
                    <a:pt x="8525" y="16644"/>
                  </a:cubicBezTo>
                  <a:lnTo>
                    <a:pt x="15650" y="16644"/>
                  </a:lnTo>
                  <a:lnTo>
                    <a:pt x="16238" y="21434"/>
                  </a:lnTo>
                  <a:lnTo>
                    <a:pt x="21820" y="21434"/>
                  </a:lnTo>
                  <a:lnTo>
                    <a:pt x="185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3556275" y="2315300"/>
              <a:ext cx="482600" cy="536375"/>
            </a:xfrm>
            <a:custGeom>
              <a:avLst/>
              <a:gdLst/>
              <a:ahLst/>
              <a:cxnLst/>
              <a:rect l="l" t="t" r="r" b="b"/>
              <a:pathLst>
                <a:path w="19304" h="21455" extrusionOk="0">
                  <a:moveTo>
                    <a:pt x="11935" y="0"/>
                  </a:moveTo>
                  <a:cubicBezTo>
                    <a:pt x="8891" y="0"/>
                    <a:pt x="6475" y="751"/>
                    <a:pt x="4709" y="2273"/>
                  </a:cubicBezTo>
                  <a:cubicBezTo>
                    <a:pt x="2740" y="3999"/>
                    <a:pt x="1320" y="6840"/>
                    <a:pt x="487" y="10819"/>
                  </a:cubicBezTo>
                  <a:cubicBezTo>
                    <a:pt x="81" y="12808"/>
                    <a:pt x="0" y="14533"/>
                    <a:pt x="264" y="15974"/>
                  </a:cubicBezTo>
                  <a:cubicBezTo>
                    <a:pt x="487" y="17091"/>
                    <a:pt x="893" y="18065"/>
                    <a:pt x="1523" y="18877"/>
                  </a:cubicBezTo>
                  <a:cubicBezTo>
                    <a:pt x="2862" y="20582"/>
                    <a:pt x="4973" y="21455"/>
                    <a:pt x="7896" y="21455"/>
                  </a:cubicBezTo>
                  <a:lnTo>
                    <a:pt x="14777" y="21455"/>
                  </a:lnTo>
                  <a:lnTo>
                    <a:pt x="15792" y="16624"/>
                  </a:lnTo>
                  <a:lnTo>
                    <a:pt x="8505" y="16624"/>
                  </a:lnTo>
                  <a:cubicBezTo>
                    <a:pt x="7328" y="16624"/>
                    <a:pt x="6536" y="16380"/>
                    <a:pt x="6171" y="15913"/>
                  </a:cubicBezTo>
                  <a:cubicBezTo>
                    <a:pt x="6008" y="15710"/>
                    <a:pt x="5887" y="15426"/>
                    <a:pt x="5826" y="15101"/>
                  </a:cubicBezTo>
                  <a:cubicBezTo>
                    <a:pt x="5724" y="14574"/>
                    <a:pt x="5744" y="13884"/>
                    <a:pt x="5866" y="13051"/>
                  </a:cubicBezTo>
                  <a:lnTo>
                    <a:pt x="16543" y="13051"/>
                  </a:lnTo>
                  <a:lnTo>
                    <a:pt x="17578" y="8180"/>
                  </a:lnTo>
                  <a:lnTo>
                    <a:pt x="7043" y="8180"/>
                  </a:lnTo>
                  <a:cubicBezTo>
                    <a:pt x="7937" y="5947"/>
                    <a:pt x="9418" y="4831"/>
                    <a:pt x="11550" y="4831"/>
                  </a:cubicBezTo>
                  <a:lnTo>
                    <a:pt x="18268" y="4831"/>
                  </a:lnTo>
                  <a:lnTo>
                    <a:pt x="193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4045450" y="2314175"/>
              <a:ext cx="246125" cy="284800"/>
            </a:xfrm>
            <a:custGeom>
              <a:avLst/>
              <a:gdLst/>
              <a:ahLst/>
              <a:cxnLst/>
              <a:rect l="l" t="t" r="r" b="b"/>
              <a:pathLst>
                <a:path w="9845" h="11392" extrusionOk="0">
                  <a:moveTo>
                    <a:pt x="1843" y="0"/>
                  </a:moveTo>
                  <a:cubicBezTo>
                    <a:pt x="1717" y="0"/>
                    <a:pt x="1606" y="56"/>
                    <a:pt x="1563" y="228"/>
                  </a:cubicBezTo>
                  <a:cubicBezTo>
                    <a:pt x="1543" y="248"/>
                    <a:pt x="1543" y="268"/>
                    <a:pt x="1543" y="309"/>
                  </a:cubicBezTo>
                  <a:cubicBezTo>
                    <a:pt x="1502" y="350"/>
                    <a:pt x="1462" y="390"/>
                    <a:pt x="1441" y="451"/>
                  </a:cubicBezTo>
                  <a:cubicBezTo>
                    <a:pt x="1319" y="938"/>
                    <a:pt x="0" y="7352"/>
                    <a:pt x="0" y="7900"/>
                  </a:cubicBezTo>
                  <a:cubicBezTo>
                    <a:pt x="0" y="8428"/>
                    <a:pt x="467" y="8692"/>
                    <a:pt x="1867" y="9971"/>
                  </a:cubicBezTo>
                  <a:cubicBezTo>
                    <a:pt x="2801" y="10823"/>
                    <a:pt x="3227" y="11229"/>
                    <a:pt x="3410" y="11391"/>
                  </a:cubicBezTo>
                  <a:cubicBezTo>
                    <a:pt x="3491" y="11351"/>
                    <a:pt x="3572" y="11310"/>
                    <a:pt x="3654" y="11270"/>
                  </a:cubicBezTo>
                  <a:cubicBezTo>
                    <a:pt x="5440" y="10174"/>
                    <a:pt x="7916" y="8895"/>
                    <a:pt x="9601" y="7697"/>
                  </a:cubicBezTo>
                  <a:cubicBezTo>
                    <a:pt x="9621" y="7697"/>
                    <a:pt x="9641" y="7677"/>
                    <a:pt x="9641" y="7677"/>
                  </a:cubicBezTo>
                  <a:lnTo>
                    <a:pt x="9641" y="7657"/>
                  </a:lnTo>
                  <a:cubicBezTo>
                    <a:pt x="9641" y="7657"/>
                    <a:pt x="9763" y="7372"/>
                    <a:pt x="9784" y="6987"/>
                  </a:cubicBezTo>
                  <a:cubicBezTo>
                    <a:pt x="9844" y="6520"/>
                    <a:pt x="9763" y="5891"/>
                    <a:pt x="9256" y="5464"/>
                  </a:cubicBezTo>
                  <a:cubicBezTo>
                    <a:pt x="8322" y="4713"/>
                    <a:pt x="2355" y="187"/>
                    <a:pt x="2355" y="187"/>
                  </a:cubicBezTo>
                  <a:cubicBezTo>
                    <a:pt x="2355" y="187"/>
                    <a:pt x="2074" y="0"/>
                    <a:pt x="18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4286475" y="2506075"/>
              <a:ext cx="235475" cy="376525"/>
            </a:xfrm>
            <a:custGeom>
              <a:avLst/>
              <a:gdLst/>
              <a:ahLst/>
              <a:cxnLst/>
              <a:rect l="l" t="t" r="r" b="b"/>
              <a:pathLst>
                <a:path w="9419" h="15061" extrusionOk="0">
                  <a:moveTo>
                    <a:pt x="1462" y="1"/>
                  </a:moveTo>
                  <a:cubicBezTo>
                    <a:pt x="1401" y="305"/>
                    <a:pt x="731" y="3594"/>
                    <a:pt x="203" y="6192"/>
                  </a:cubicBezTo>
                  <a:cubicBezTo>
                    <a:pt x="41" y="6922"/>
                    <a:pt x="0" y="7491"/>
                    <a:pt x="41" y="7917"/>
                  </a:cubicBezTo>
                  <a:lnTo>
                    <a:pt x="41" y="7937"/>
                  </a:lnTo>
                  <a:cubicBezTo>
                    <a:pt x="41" y="9318"/>
                    <a:pt x="650" y="9561"/>
                    <a:pt x="650" y="9561"/>
                  </a:cubicBezTo>
                  <a:cubicBezTo>
                    <a:pt x="650" y="9561"/>
                    <a:pt x="5907" y="13742"/>
                    <a:pt x="6760" y="14656"/>
                  </a:cubicBezTo>
                  <a:cubicBezTo>
                    <a:pt x="7036" y="14958"/>
                    <a:pt x="7271" y="15060"/>
                    <a:pt x="7464" y="15060"/>
                  </a:cubicBezTo>
                  <a:cubicBezTo>
                    <a:pt x="7866" y="15060"/>
                    <a:pt x="8079" y="14615"/>
                    <a:pt x="8079" y="14615"/>
                  </a:cubicBezTo>
                  <a:lnTo>
                    <a:pt x="8201" y="13986"/>
                  </a:lnTo>
                  <a:cubicBezTo>
                    <a:pt x="8201" y="13986"/>
                    <a:pt x="9074" y="9967"/>
                    <a:pt x="9378" y="8201"/>
                  </a:cubicBezTo>
                  <a:cubicBezTo>
                    <a:pt x="9419" y="7958"/>
                    <a:pt x="9419" y="7734"/>
                    <a:pt x="9398" y="7531"/>
                  </a:cubicBezTo>
                  <a:lnTo>
                    <a:pt x="9398" y="7511"/>
                  </a:lnTo>
                  <a:cubicBezTo>
                    <a:pt x="9398" y="5644"/>
                    <a:pt x="7409" y="4629"/>
                    <a:pt x="6130" y="3736"/>
                  </a:cubicBezTo>
                  <a:cubicBezTo>
                    <a:pt x="6069" y="3675"/>
                    <a:pt x="6009" y="3634"/>
                    <a:pt x="5948" y="3594"/>
                  </a:cubicBezTo>
                  <a:cubicBezTo>
                    <a:pt x="4608" y="2498"/>
                    <a:pt x="2680" y="1198"/>
                    <a:pt x="1482" y="21"/>
                  </a:cubicBezTo>
                  <a:cubicBezTo>
                    <a:pt x="1482" y="21"/>
                    <a:pt x="1462" y="1"/>
                    <a:pt x="14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4323000" y="2314175"/>
              <a:ext cx="280175" cy="285300"/>
            </a:xfrm>
            <a:custGeom>
              <a:avLst/>
              <a:gdLst/>
              <a:ahLst/>
              <a:cxnLst/>
              <a:rect l="l" t="t" r="r" b="b"/>
              <a:pathLst>
                <a:path w="11207" h="11412" extrusionOk="0">
                  <a:moveTo>
                    <a:pt x="2143" y="9477"/>
                  </a:moveTo>
                  <a:cubicBezTo>
                    <a:pt x="3062" y="10186"/>
                    <a:pt x="4036" y="10907"/>
                    <a:pt x="4284" y="11107"/>
                  </a:cubicBezTo>
                  <a:cubicBezTo>
                    <a:pt x="4284" y="11107"/>
                    <a:pt x="4284" y="11107"/>
                    <a:pt x="4285" y="11107"/>
                  </a:cubicBezTo>
                  <a:lnTo>
                    <a:pt x="4285" y="11107"/>
                  </a:lnTo>
                  <a:cubicBezTo>
                    <a:pt x="3639" y="10591"/>
                    <a:pt x="2882" y="10039"/>
                    <a:pt x="2143" y="9477"/>
                  </a:cubicBezTo>
                  <a:close/>
                  <a:moveTo>
                    <a:pt x="10986" y="0"/>
                  </a:moveTo>
                  <a:cubicBezTo>
                    <a:pt x="10750" y="0"/>
                    <a:pt x="10393" y="187"/>
                    <a:pt x="10393" y="187"/>
                  </a:cubicBezTo>
                  <a:cubicBezTo>
                    <a:pt x="10393" y="187"/>
                    <a:pt x="2538" y="4713"/>
                    <a:pt x="1300" y="5464"/>
                  </a:cubicBezTo>
                  <a:cubicBezTo>
                    <a:pt x="610" y="5891"/>
                    <a:pt x="285" y="6520"/>
                    <a:pt x="123" y="6987"/>
                  </a:cubicBezTo>
                  <a:cubicBezTo>
                    <a:pt x="1" y="7372"/>
                    <a:pt x="1" y="7657"/>
                    <a:pt x="1" y="7657"/>
                  </a:cubicBezTo>
                  <a:lnTo>
                    <a:pt x="1" y="7677"/>
                  </a:lnTo>
                  <a:cubicBezTo>
                    <a:pt x="1" y="7677"/>
                    <a:pt x="21" y="7697"/>
                    <a:pt x="21" y="7697"/>
                  </a:cubicBezTo>
                  <a:cubicBezTo>
                    <a:pt x="605" y="8281"/>
                    <a:pt x="1364" y="8885"/>
                    <a:pt x="2143" y="9477"/>
                  </a:cubicBezTo>
                  <a:lnTo>
                    <a:pt x="2143" y="9477"/>
                  </a:lnTo>
                  <a:cubicBezTo>
                    <a:pt x="1479" y="8966"/>
                    <a:pt x="843" y="8462"/>
                    <a:pt x="529" y="8164"/>
                  </a:cubicBezTo>
                  <a:cubicBezTo>
                    <a:pt x="549" y="8083"/>
                    <a:pt x="569" y="7291"/>
                    <a:pt x="610" y="7149"/>
                  </a:cubicBezTo>
                  <a:cubicBezTo>
                    <a:pt x="732" y="6764"/>
                    <a:pt x="995" y="6236"/>
                    <a:pt x="1564" y="5891"/>
                  </a:cubicBezTo>
                  <a:cubicBezTo>
                    <a:pt x="2782" y="5160"/>
                    <a:pt x="10474" y="715"/>
                    <a:pt x="10657" y="613"/>
                  </a:cubicBezTo>
                  <a:lnTo>
                    <a:pt x="10657" y="613"/>
                  </a:lnTo>
                  <a:cubicBezTo>
                    <a:pt x="10434" y="1852"/>
                    <a:pt x="9277" y="7230"/>
                    <a:pt x="9094" y="7697"/>
                  </a:cubicBezTo>
                  <a:cubicBezTo>
                    <a:pt x="8972" y="7961"/>
                    <a:pt x="8668" y="8184"/>
                    <a:pt x="7613" y="8854"/>
                  </a:cubicBezTo>
                  <a:cubicBezTo>
                    <a:pt x="7308" y="9037"/>
                    <a:pt x="6963" y="9280"/>
                    <a:pt x="6537" y="9565"/>
                  </a:cubicBezTo>
                  <a:cubicBezTo>
                    <a:pt x="5604" y="10173"/>
                    <a:pt x="4631" y="10882"/>
                    <a:pt x="4285" y="11107"/>
                  </a:cubicBezTo>
                  <a:lnTo>
                    <a:pt x="4285" y="11107"/>
                  </a:lnTo>
                  <a:cubicBezTo>
                    <a:pt x="4353" y="11161"/>
                    <a:pt x="4421" y="11216"/>
                    <a:pt x="4487" y="11270"/>
                  </a:cubicBezTo>
                  <a:cubicBezTo>
                    <a:pt x="4548" y="11310"/>
                    <a:pt x="4608" y="11351"/>
                    <a:pt x="4669" y="11412"/>
                  </a:cubicBezTo>
                  <a:lnTo>
                    <a:pt x="4669" y="11391"/>
                  </a:lnTo>
                  <a:cubicBezTo>
                    <a:pt x="4933" y="11229"/>
                    <a:pt x="5522" y="10823"/>
                    <a:pt x="6821" y="9971"/>
                  </a:cubicBezTo>
                  <a:cubicBezTo>
                    <a:pt x="8749" y="8692"/>
                    <a:pt x="9318" y="8428"/>
                    <a:pt x="9541" y="7900"/>
                  </a:cubicBezTo>
                  <a:cubicBezTo>
                    <a:pt x="9784" y="7352"/>
                    <a:pt x="11124" y="938"/>
                    <a:pt x="11185" y="451"/>
                  </a:cubicBezTo>
                  <a:cubicBezTo>
                    <a:pt x="11185" y="390"/>
                    <a:pt x="11185" y="350"/>
                    <a:pt x="11165" y="309"/>
                  </a:cubicBezTo>
                  <a:cubicBezTo>
                    <a:pt x="11165" y="268"/>
                    <a:pt x="11185" y="248"/>
                    <a:pt x="11185" y="228"/>
                  </a:cubicBezTo>
                  <a:cubicBezTo>
                    <a:pt x="11206" y="56"/>
                    <a:pt x="11114" y="0"/>
                    <a:pt x="109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3969325" y="2506075"/>
              <a:ext cx="317175" cy="376525"/>
            </a:xfrm>
            <a:custGeom>
              <a:avLst/>
              <a:gdLst/>
              <a:ahLst/>
              <a:cxnLst/>
              <a:rect l="l" t="t" r="r" b="b"/>
              <a:pathLst>
                <a:path w="12687" h="15061" extrusionOk="0">
                  <a:moveTo>
                    <a:pt x="11935" y="1097"/>
                  </a:moveTo>
                  <a:cubicBezTo>
                    <a:pt x="11672" y="2355"/>
                    <a:pt x="11225" y="4385"/>
                    <a:pt x="10880" y="6090"/>
                  </a:cubicBezTo>
                  <a:cubicBezTo>
                    <a:pt x="10758" y="6659"/>
                    <a:pt x="10596" y="7166"/>
                    <a:pt x="10413" y="7592"/>
                  </a:cubicBezTo>
                  <a:lnTo>
                    <a:pt x="10312" y="7673"/>
                  </a:lnTo>
                  <a:lnTo>
                    <a:pt x="10312" y="7795"/>
                  </a:lnTo>
                  <a:cubicBezTo>
                    <a:pt x="9865" y="8871"/>
                    <a:pt x="9358" y="9094"/>
                    <a:pt x="9337" y="9094"/>
                  </a:cubicBezTo>
                  <a:lnTo>
                    <a:pt x="9297" y="9115"/>
                  </a:lnTo>
                  <a:lnTo>
                    <a:pt x="9276" y="9135"/>
                  </a:lnTo>
                  <a:cubicBezTo>
                    <a:pt x="8992" y="9297"/>
                    <a:pt x="2233" y="13336"/>
                    <a:pt x="995" y="14250"/>
                  </a:cubicBezTo>
                  <a:cubicBezTo>
                    <a:pt x="772" y="14433"/>
                    <a:pt x="609" y="14493"/>
                    <a:pt x="528" y="14534"/>
                  </a:cubicBezTo>
                  <a:lnTo>
                    <a:pt x="609" y="14087"/>
                  </a:lnTo>
                  <a:cubicBezTo>
                    <a:pt x="630" y="14047"/>
                    <a:pt x="1421" y="10048"/>
                    <a:pt x="1848" y="8323"/>
                  </a:cubicBezTo>
                  <a:cubicBezTo>
                    <a:pt x="1908" y="8140"/>
                    <a:pt x="1969" y="7958"/>
                    <a:pt x="2051" y="7795"/>
                  </a:cubicBezTo>
                  <a:lnTo>
                    <a:pt x="2071" y="7755"/>
                  </a:lnTo>
                  <a:cubicBezTo>
                    <a:pt x="2335" y="7024"/>
                    <a:pt x="2923" y="6395"/>
                    <a:pt x="3898" y="5745"/>
                  </a:cubicBezTo>
                  <a:cubicBezTo>
                    <a:pt x="4547" y="5299"/>
                    <a:pt x="5258" y="4933"/>
                    <a:pt x="5927" y="4568"/>
                  </a:cubicBezTo>
                  <a:cubicBezTo>
                    <a:pt x="6212" y="4426"/>
                    <a:pt x="6455" y="4304"/>
                    <a:pt x="6699" y="4162"/>
                  </a:cubicBezTo>
                  <a:lnTo>
                    <a:pt x="6760" y="4142"/>
                  </a:lnTo>
                  <a:cubicBezTo>
                    <a:pt x="6820" y="4101"/>
                    <a:pt x="6881" y="4060"/>
                    <a:pt x="6942" y="4040"/>
                  </a:cubicBezTo>
                  <a:cubicBezTo>
                    <a:pt x="7571" y="3654"/>
                    <a:pt x="8241" y="3269"/>
                    <a:pt x="8972" y="2843"/>
                  </a:cubicBezTo>
                  <a:cubicBezTo>
                    <a:pt x="9987" y="2274"/>
                    <a:pt x="11022" y="1686"/>
                    <a:pt x="11935" y="1097"/>
                  </a:cubicBezTo>
                  <a:close/>
                  <a:moveTo>
                    <a:pt x="12686" y="1"/>
                  </a:moveTo>
                  <a:cubicBezTo>
                    <a:pt x="12666" y="1"/>
                    <a:pt x="12666" y="21"/>
                    <a:pt x="12646" y="21"/>
                  </a:cubicBezTo>
                  <a:cubicBezTo>
                    <a:pt x="10961" y="1219"/>
                    <a:pt x="8485" y="2498"/>
                    <a:pt x="6699" y="3594"/>
                  </a:cubicBezTo>
                  <a:cubicBezTo>
                    <a:pt x="6617" y="3634"/>
                    <a:pt x="6536" y="3675"/>
                    <a:pt x="6455" y="3715"/>
                  </a:cubicBezTo>
                  <a:cubicBezTo>
                    <a:pt x="5603" y="4203"/>
                    <a:pt x="4547" y="4690"/>
                    <a:pt x="3613" y="5319"/>
                  </a:cubicBezTo>
                  <a:cubicBezTo>
                    <a:pt x="2720" y="5928"/>
                    <a:pt x="1969" y="6638"/>
                    <a:pt x="1604" y="7572"/>
                  </a:cubicBezTo>
                  <a:cubicBezTo>
                    <a:pt x="1502" y="7775"/>
                    <a:pt x="1421" y="7978"/>
                    <a:pt x="1360" y="8201"/>
                  </a:cubicBezTo>
                  <a:cubicBezTo>
                    <a:pt x="914" y="9967"/>
                    <a:pt x="122" y="13986"/>
                    <a:pt x="122" y="13986"/>
                  </a:cubicBezTo>
                  <a:lnTo>
                    <a:pt x="0" y="14615"/>
                  </a:lnTo>
                  <a:cubicBezTo>
                    <a:pt x="0" y="14615"/>
                    <a:pt x="28" y="15060"/>
                    <a:pt x="429" y="15060"/>
                  </a:cubicBezTo>
                  <a:cubicBezTo>
                    <a:pt x="621" y="15060"/>
                    <a:pt x="898" y="14958"/>
                    <a:pt x="1300" y="14656"/>
                  </a:cubicBezTo>
                  <a:cubicBezTo>
                    <a:pt x="2538" y="13742"/>
                    <a:pt x="9520" y="9561"/>
                    <a:pt x="9520" y="9561"/>
                  </a:cubicBezTo>
                  <a:cubicBezTo>
                    <a:pt x="9520" y="9561"/>
                    <a:pt x="10230" y="9318"/>
                    <a:pt x="10819" y="7917"/>
                  </a:cubicBezTo>
                  <a:cubicBezTo>
                    <a:pt x="10819" y="7897"/>
                    <a:pt x="10819" y="7897"/>
                    <a:pt x="10819" y="7897"/>
                  </a:cubicBezTo>
                  <a:cubicBezTo>
                    <a:pt x="11022" y="7470"/>
                    <a:pt x="11205" y="6922"/>
                    <a:pt x="11367" y="6192"/>
                  </a:cubicBezTo>
                  <a:cubicBezTo>
                    <a:pt x="11915" y="3594"/>
                    <a:pt x="12626" y="305"/>
                    <a:pt x="126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2716950" y="2902900"/>
              <a:ext cx="1806025" cy="91875"/>
            </a:xfrm>
            <a:custGeom>
              <a:avLst/>
              <a:gdLst/>
              <a:ahLst/>
              <a:cxnLst/>
              <a:rect l="l" t="t" r="r" b="b"/>
              <a:pathLst>
                <a:path w="72241" h="3675" extrusionOk="0">
                  <a:moveTo>
                    <a:pt x="58072" y="833"/>
                  </a:moveTo>
                  <a:cubicBezTo>
                    <a:pt x="58296" y="833"/>
                    <a:pt x="58438" y="853"/>
                    <a:pt x="58519" y="894"/>
                  </a:cubicBezTo>
                  <a:cubicBezTo>
                    <a:pt x="58560" y="934"/>
                    <a:pt x="58580" y="995"/>
                    <a:pt x="58580" y="1097"/>
                  </a:cubicBezTo>
                  <a:cubicBezTo>
                    <a:pt x="58580" y="1259"/>
                    <a:pt x="58519" y="1361"/>
                    <a:pt x="58417" y="1421"/>
                  </a:cubicBezTo>
                  <a:cubicBezTo>
                    <a:pt x="58336" y="1442"/>
                    <a:pt x="58194" y="1462"/>
                    <a:pt x="57971" y="1462"/>
                  </a:cubicBezTo>
                  <a:lnTo>
                    <a:pt x="57240" y="1462"/>
                  </a:lnTo>
                  <a:lnTo>
                    <a:pt x="57240" y="833"/>
                  </a:lnTo>
                  <a:close/>
                  <a:moveTo>
                    <a:pt x="4913" y="1137"/>
                  </a:moveTo>
                  <a:lnTo>
                    <a:pt x="5258" y="1970"/>
                  </a:lnTo>
                  <a:lnTo>
                    <a:pt x="4568" y="1970"/>
                  </a:lnTo>
                  <a:lnTo>
                    <a:pt x="4913" y="1137"/>
                  </a:lnTo>
                  <a:close/>
                  <a:moveTo>
                    <a:pt x="22389" y="1137"/>
                  </a:moveTo>
                  <a:lnTo>
                    <a:pt x="22714" y="1970"/>
                  </a:lnTo>
                  <a:lnTo>
                    <a:pt x="22044" y="1970"/>
                  </a:lnTo>
                  <a:lnTo>
                    <a:pt x="22389" y="1137"/>
                  </a:lnTo>
                  <a:close/>
                  <a:moveTo>
                    <a:pt x="70150" y="1137"/>
                  </a:moveTo>
                  <a:lnTo>
                    <a:pt x="70495" y="1970"/>
                  </a:lnTo>
                  <a:lnTo>
                    <a:pt x="69804" y="1970"/>
                  </a:lnTo>
                  <a:lnTo>
                    <a:pt x="70150" y="1137"/>
                  </a:lnTo>
                  <a:close/>
                  <a:moveTo>
                    <a:pt x="18654" y="813"/>
                  </a:moveTo>
                  <a:cubicBezTo>
                    <a:pt x="18898" y="813"/>
                    <a:pt x="19060" y="853"/>
                    <a:pt x="19121" y="914"/>
                  </a:cubicBezTo>
                  <a:cubicBezTo>
                    <a:pt x="19162" y="955"/>
                    <a:pt x="19202" y="995"/>
                    <a:pt x="19223" y="1056"/>
                  </a:cubicBezTo>
                  <a:cubicBezTo>
                    <a:pt x="19304" y="1218"/>
                    <a:pt x="19345" y="1462"/>
                    <a:pt x="19345" y="1767"/>
                  </a:cubicBezTo>
                  <a:cubicBezTo>
                    <a:pt x="19345" y="2193"/>
                    <a:pt x="19284" y="2477"/>
                    <a:pt x="19162" y="2599"/>
                  </a:cubicBezTo>
                  <a:cubicBezTo>
                    <a:pt x="19060" y="2741"/>
                    <a:pt x="18837" y="2802"/>
                    <a:pt x="18512" y="2802"/>
                  </a:cubicBezTo>
                  <a:lnTo>
                    <a:pt x="17863" y="2802"/>
                  </a:lnTo>
                  <a:lnTo>
                    <a:pt x="17863" y="813"/>
                  </a:lnTo>
                  <a:close/>
                  <a:moveTo>
                    <a:pt x="26550" y="813"/>
                  </a:moveTo>
                  <a:cubicBezTo>
                    <a:pt x="26773" y="813"/>
                    <a:pt x="26936" y="853"/>
                    <a:pt x="27017" y="914"/>
                  </a:cubicBezTo>
                  <a:cubicBezTo>
                    <a:pt x="27058" y="955"/>
                    <a:pt x="27098" y="995"/>
                    <a:pt x="27119" y="1056"/>
                  </a:cubicBezTo>
                  <a:cubicBezTo>
                    <a:pt x="27200" y="1218"/>
                    <a:pt x="27220" y="1462"/>
                    <a:pt x="27220" y="1767"/>
                  </a:cubicBezTo>
                  <a:cubicBezTo>
                    <a:pt x="27220" y="2193"/>
                    <a:pt x="27159" y="2477"/>
                    <a:pt x="27058" y="2599"/>
                  </a:cubicBezTo>
                  <a:cubicBezTo>
                    <a:pt x="26936" y="2741"/>
                    <a:pt x="26733" y="2802"/>
                    <a:pt x="26408" y="2802"/>
                  </a:cubicBezTo>
                  <a:lnTo>
                    <a:pt x="25738" y="2802"/>
                  </a:lnTo>
                  <a:lnTo>
                    <a:pt x="25759" y="813"/>
                  </a:lnTo>
                  <a:close/>
                  <a:moveTo>
                    <a:pt x="36922" y="813"/>
                  </a:moveTo>
                  <a:cubicBezTo>
                    <a:pt x="37166" y="813"/>
                    <a:pt x="37328" y="853"/>
                    <a:pt x="37409" y="914"/>
                  </a:cubicBezTo>
                  <a:cubicBezTo>
                    <a:pt x="37450" y="955"/>
                    <a:pt x="37470" y="995"/>
                    <a:pt x="37511" y="1056"/>
                  </a:cubicBezTo>
                  <a:cubicBezTo>
                    <a:pt x="37572" y="1218"/>
                    <a:pt x="37612" y="1462"/>
                    <a:pt x="37612" y="1767"/>
                  </a:cubicBezTo>
                  <a:cubicBezTo>
                    <a:pt x="37612" y="2193"/>
                    <a:pt x="37552" y="2477"/>
                    <a:pt x="37450" y="2599"/>
                  </a:cubicBezTo>
                  <a:cubicBezTo>
                    <a:pt x="37328" y="2741"/>
                    <a:pt x="37125" y="2802"/>
                    <a:pt x="36801" y="2802"/>
                  </a:cubicBezTo>
                  <a:lnTo>
                    <a:pt x="36131" y="2802"/>
                  </a:lnTo>
                  <a:lnTo>
                    <a:pt x="36151" y="813"/>
                  </a:lnTo>
                  <a:close/>
                  <a:moveTo>
                    <a:pt x="1848" y="1"/>
                  </a:moveTo>
                  <a:cubicBezTo>
                    <a:pt x="1280" y="1"/>
                    <a:pt x="833" y="82"/>
                    <a:pt x="549" y="265"/>
                  </a:cubicBezTo>
                  <a:cubicBezTo>
                    <a:pt x="305" y="427"/>
                    <a:pt x="163" y="650"/>
                    <a:pt x="82" y="975"/>
                  </a:cubicBezTo>
                  <a:cubicBezTo>
                    <a:pt x="42" y="1158"/>
                    <a:pt x="21" y="1462"/>
                    <a:pt x="21" y="1909"/>
                  </a:cubicBezTo>
                  <a:lnTo>
                    <a:pt x="1" y="3634"/>
                  </a:lnTo>
                  <a:lnTo>
                    <a:pt x="1036" y="3634"/>
                  </a:lnTo>
                  <a:lnTo>
                    <a:pt x="1036" y="2233"/>
                  </a:lnTo>
                  <a:lnTo>
                    <a:pt x="3188" y="2233"/>
                  </a:lnTo>
                  <a:lnTo>
                    <a:pt x="3188" y="1421"/>
                  </a:lnTo>
                  <a:lnTo>
                    <a:pt x="1056" y="1421"/>
                  </a:lnTo>
                  <a:cubicBezTo>
                    <a:pt x="1158" y="1016"/>
                    <a:pt x="1422" y="813"/>
                    <a:pt x="1889" y="813"/>
                  </a:cubicBezTo>
                  <a:lnTo>
                    <a:pt x="3188" y="813"/>
                  </a:lnTo>
                  <a:lnTo>
                    <a:pt x="3188" y="1"/>
                  </a:lnTo>
                  <a:close/>
                  <a:moveTo>
                    <a:pt x="4405" y="1"/>
                  </a:moveTo>
                  <a:lnTo>
                    <a:pt x="2782" y="3634"/>
                  </a:lnTo>
                  <a:lnTo>
                    <a:pt x="3898" y="3634"/>
                  </a:lnTo>
                  <a:lnTo>
                    <a:pt x="4223" y="2822"/>
                  </a:lnTo>
                  <a:lnTo>
                    <a:pt x="5583" y="2822"/>
                  </a:lnTo>
                  <a:lnTo>
                    <a:pt x="5928" y="3634"/>
                  </a:lnTo>
                  <a:lnTo>
                    <a:pt x="7004" y="3634"/>
                  </a:lnTo>
                  <a:lnTo>
                    <a:pt x="5380" y="1"/>
                  </a:lnTo>
                  <a:close/>
                  <a:moveTo>
                    <a:pt x="8506" y="1"/>
                  </a:moveTo>
                  <a:cubicBezTo>
                    <a:pt x="7328" y="1"/>
                    <a:pt x="6740" y="610"/>
                    <a:pt x="6719" y="1827"/>
                  </a:cubicBezTo>
                  <a:cubicBezTo>
                    <a:pt x="6719" y="2172"/>
                    <a:pt x="6780" y="2457"/>
                    <a:pt x="6882" y="2700"/>
                  </a:cubicBezTo>
                  <a:cubicBezTo>
                    <a:pt x="6963" y="2883"/>
                    <a:pt x="7085" y="3066"/>
                    <a:pt x="7247" y="3187"/>
                  </a:cubicBezTo>
                  <a:cubicBezTo>
                    <a:pt x="7572" y="3492"/>
                    <a:pt x="8018" y="3634"/>
                    <a:pt x="8567" y="3634"/>
                  </a:cubicBezTo>
                  <a:lnTo>
                    <a:pt x="9926" y="3634"/>
                  </a:lnTo>
                  <a:lnTo>
                    <a:pt x="9926" y="2802"/>
                  </a:lnTo>
                  <a:lnTo>
                    <a:pt x="8506" y="2802"/>
                  </a:lnTo>
                  <a:cubicBezTo>
                    <a:pt x="8181" y="2802"/>
                    <a:pt x="7978" y="2700"/>
                    <a:pt x="7876" y="2497"/>
                  </a:cubicBezTo>
                  <a:cubicBezTo>
                    <a:pt x="7836" y="2416"/>
                    <a:pt x="7816" y="2294"/>
                    <a:pt x="7816" y="2172"/>
                  </a:cubicBezTo>
                  <a:cubicBezTo>
                    <a:pt x="7816" y="2030"/>
                    <a:pt x="7816" y="1929"/>
                    <a:pt x="7816" y="1868"/>
                  </a:cubicBezTo>
                  <a:cubicBezTo>
                    <a:pt x="7816" y="1523"/>
                    <a:pt x="7876" y="1279"/>
                    <a:pt x="7978" y="1117"/>
                  </a:cubicBezTo>
                  <a:cubicBezTo>
                    <a:pt x="8100" y="914"/>
                    <a:pt x="8323" y="813"/>
                    <a:pt x="8627" y="813"/>
                  </a:cubicBezTo>
                  <a:lnTo>
                    <a:pt x="9926" y="813"/>
                  </a:lnTo>
                  <a:lnTo>
                    <a:pt x="9947" y="1"/>
                  </a:lnTo>
                  <a:close/>
                  <a:moveTo>
                    <a:pt x="13925" y="1"/>
                  </a:moveTo>
                  <a:lnTo>
                    <a:pt x="13925" y="2091"/>
                  </a:lnTo>
                  <a:cubicBezTo>
                    <a:pt x="13925" y="2416"/>
                    <a:pt x="13966" y="2700"/>
                    <a:pt x="14067" y="2923"/>
                  </a:cubicBezTo>
                  <a:cubicBezTo>
                    <a:pt x="14270" y="3390"/>
                    <a:pt x="14757" y="3634"/>
                    <a:pt x="15488" y="3634"/>
                  </a:cubicBezTo>
                  <a:lnTo>
                    <a:pt x="16645" y="3634"/>
                  </a:lnTo>
                  <a:lnTo>
                    <a:pt x="16645" y="2842"/>
                  </a:lnTo>
                  <a:lnTo>
                    <a:pt x="15569" y="2842"/>
                  </a:lnTo>
                  <a:cubicBezTo>
                    <a:pt x="15285" y="2842"/>
                    <a:pt x="15102" y="2781"/>
                    <a:pt x="15021" y="2680"/>
                  </a:cubicBezTo>
                  <a:cubicBezTo>
                    <a:pt x="14960" y="2599"/>
                    <a:pt x="14940" y="2436"/>
                    <a:pt x="14940" y="2213"/>
                  </a:cubicBezTo>
                  <a:lnTo>
                    <a:pt x="14940" y="1"/>
                  </a:lnTo>
                  <a:close/>
                  <a:moveTo>
                    <a:pt x="16848" y="1"/>
                  </a:moveTo>
                  <a:lnTo>
                    <a:pt x="16828" y="3634"/>
                  </a:lnTo>
                  <a:lnTo>
                    <a:pt x="18675" y="3634"/>
                  </a:lnTo>
                  <a:cubicBezTo>
                    <a:pt x="19263" y="3634"/>
                    <a:pt x="19690" y="3512"/>
                    <a:pt x="19933" y="3289"/>
                  </a:cubicBezTo>
                  <a:cubicBezTo>
                    <a:pt x="20258" y="3005"/>
                    <a:pt x="20420" y="2477"/>
                    <a:pt x="20420" y="1726"/>
                  </a:cubicBezTo>
                  <a:cubicBezTo>
                    <a:pt x="20420" y="1381"/>
                    <a:pt x="20359" y="1097"/>
                    <a:pt x="20258" y="873"/>
                  </a:cubicBezTo>
                  <a:cubicBezTo>
                    <a:pt x="19994" y="285"/>
                    <a:pt x="19426" y="1"/>
                    <a:pt x="18553" y="1"/>
                  </a:cubicBezTo>
                  <a:close/>
                  <a:moveTo>
                    <a:pt x="21882" y="1"/>
                  </a:moveTo>
                  <a:lnTo>
                    <a:pt x="20258" y="3634"/>
                  </a:lnTo>
                  <a:lnTo>
                    <a:pt x="21374" y="3634"/>
                  </a:lnTo>
                  <a:lnTo>
                    <a:pt x="21699" y="2822"/>
                  </a:lnTo>
                  <a:lnTo>
                    <a:pt x="23059" y="2822"/>
                  </a:lnTo>
                  <a:lnTo>
                    <a:pt x="23384" y="3634"/>
                  </a:lnTo>
                  <a:lnTo>
                    <a:pt x="24480" y="3634"/>
                  </a:lnTo>
                  <a:lnTo>
                    <a:pt x="22856" y="1"/>
                  </a:lnTo>
                  <a:close/>
                  <a:moveTo>
                    <a:pt x="24723" y="1"/>
                  </a:moveTo>
                  <a:lnTo>
                    <a:pt x="24723" y="3634"/>
                  </a:lnTo>
                  <a:lnTo>
                    <a:pt x="26550" y="3634"/>
                  </a:lnTo>
                  <a:cubicBezTo>
                    <a:pt x="27159" y="3634"/>
                    <a:pt x="27565" y="3512"/>
                    <a:pt x="27829" y="3289"/>
                  </a:cubicBezTo>
                  <a:cubicBezTo>
                    <a:pt x="28133" y="3005"/>
                    <a:pt x="28296" y="2477"/>
                    <a:pt x="28296" y="1726"/>
                  </a:cubicBezTo>
                  <a:cubicBezTo>
                    <a:pt x="28316" y="1381"/>
                    <a:pt x="28255" y="1097"/>
                    <a:pt x="28154" y="873"/>
                  </a:cubicBezTo>
                  <a:cubicBezTo>
                    <a:pt x="27890" y="285"/>
                    <a:pt x="27322" y="1"/>
                    <a:pt x="26449" y="1"/>
                  </a:cubicBezTo>
                  <a:close/>
                  <a:moveTo>
                    <a:pt x="30407" y="1"/>
                  </a:moveTo>
                  <a:cubicBezTo>
                    <a:pt x="29818" y="1"/>
                    <a:pt x="29392" y="122"/>
                    <a:pt x="29108" y="386"/>
                  </a:cubicBezTo>
                  <a:cubicBezTo>
                    <a:pt x="28803" y="670"/>
                    <a:pt x="28641" y="1158"/>
                    <a:pt x="28641" y="1827"/>
                  </a:cubicBezTo>
                  <a:cubicBezTo>
                    <a:pt x="28641" y="2172"/>
                    <a:pt x="28681" y="2457"/>
                    <a:pt x="28803" y="2700"/>
                  </a:cubicBezTo>
                  <a:cubicBezTo>
                    <a:pt x="28884" y="2883"/>
                    <a:pt x="29006" y="3066"/>
                    <a:pt x="29148" y="3187"/>
                  </a:cubicBezTo>
                  <a:cubicBezTo>
                    <a:pt x="29473" y="3492"/>
                    <a:pt x="29920" y="3634"/>
                    <a:pt x="30488" y="3634"/>
                  </a:cubicBezTo>
                  <a:lnTo>
                    <a:pt x="31828" y="3634"/>
                  </a:lnTo>
                  <a:lnTo>
                    <a:pt x="31828" y="2802"/>
                  </a:lnTo>
                  <a:lnTo>
                    <a:pt x="30407" y="2802"/>
                  </a:lnTo>
                  <a:cubicBezTo>
                    <a:pt x="30183" y="2802"/>
                    <a:pt x="30021" y="2761"/>
                    <a:pt x="29940" y="2700"/>
                  </a:cubicBezTo>
                  <a:cubicBezTo>
                    <a:pt x="29899" y="2660"/>
                    <a:pt x="29859" y="2619"/>
                    <a:pt x="29838" y="2558"/>
                  </a:cubicBezTo>
                  <a:cubicBezTo>
                    <a:pt x="29798" y="2457"/>
                    <a:pt x="29778" y="2355"/>
                    <a:pt x="29757" y="2213"/>
                  </a:cubicBezTo>
                  <a:lnTo>
                    <a:pt x="31828" y="2213"/>
                  </a:lnTo>
                  <a:lnTo>
                    <a:pt x="31848" y="1381"/>
                  </a:lnTo>
                  <a:lnTo>
                    <a:pt x="29798" y="1381"/>
                  </a:lnTo>
                  <a:cubicBezTo>
                    <a:pt x="29879" y="995"/>
                    <a:pt x="30123" y="813"/>
                    <a:pt x="30529" y="813"/>
                  </a:cubicBezTo>
                  <a:lnTo>
                    <a:pt x="31848" y="813"/>
                  </a:lnTo>
                  <a:lnTo>
                    <a:pt x="31848" y="1"/>
                  </a:lnTo>
                  <a:close/>
                  <a:moveTo>
                    <a:pt x="35116" y="1"/>
                  </a:moveTo>
                  <a:lnTo>
                    <a:pt x="35096" y="3634"/>
                  </a:lnTo>
                  <a:lnTo>
                    <a:pt x="36943" y="3634"/>
                  </a:lnTo>
                  <a:cubicBezTo>
                    <a:pt x="37531" y="3634"/>
                    <a:pt x="37957" y="3512"/>
                    <a:pt x="38201" y="3289"/>
                  </a:cubicBezTo>
                  <a:cubicBezTo>
                    <a:pt x="38526" y="3005"/>
                    <a:pt x="38688" y="2477"/>
                    <a:pt x="38688" y="1726"/>
                  </a:cubicBezTo>
                  <a:cubicBezTo>
                    <a:pt x="38688" y="1381"/>
                    <a:pt x="38648" y="1097"/>
                    <a:pt x="38526" y="873"/>
                  </a:cubicBezTo>
                  <a:cubicBezTo>
                    <a:pt x="38282" y="285"/>
                    <a:pt x="37714" y="1"/>
                    <a:pt x="36821" y="1"/>
                  </a:cubicBezTo>
                  <a:close/>
                  <a:moveTo>
                    <a:pt x="40799" y="1"/>
                  </a:moveTo>
                  <a:cubicBezTo>
                    <a:pt x="40211" y="1"/>
                    <a:pt x="39784" y="122"/>
                    <a:pt x="39500" y="386"/>
                  </a:cubicBezTo>
                  <a:cubicBezTo>
                    <a:pt x="39175" y="670"/>
                    <a:pt x="39033" y="1158"/>
                    <a:pt x="39013" y="1827"/>
                  </a:cubicBezTo>
                  <a:cubicBezTo>
                    <a:pt x="39013" y="2172"/>
                    <a:pt x="39074" y="2457"/>
                    <a:pt x="39175" y="2700"/>
                  </a:cubicBezTo>
                  <a:cubicBezTo>
                    <a:pt x="39277" y="2883"/>
                    <a:pt x="39378" y="3066"/>
                    <a:pt x="39541" y="3187"/>
                  </a:cubicBezTo>
                  <a:cubicBezTo>
                    <a:pt x="39865" y="3492"/>
                    <a:pt x="40312" y="3634"/>
                    <a:pt x="40880" y="3634"/>
                  </a:cubicBezTo>
                  <a:lnTo>
                    <a:pt x="42220" y="3634"/>
                  </a:lnTo>
                  <a:lnTo>
                    <a:pt x="42220" y="2802"/>
                  </a:lnTo>
                  <a:lnTo>
                    <a:pt x="40799" y="2802"/>
                  </a:lnTo>
                  <a:cubicBezTo>
                    <a:pt x="40576" y="2802"/>
                    <a:pt x="40413" y="2761"/>
                    <a:pt x="40312" y="2700"/>
                  </a:cubicBezTo>
                  <a:cubicBezTo>
                    <a:pt x="40271" y="2660"/>
                    <a:pt x="40251" y="2619"/>
                    <a:pt x="40231" y="2558"/>
                  </a:cubicBezTo>
                  <a:cubicBezTo>
                    <a:pt x="40190" y="2457"/>
                    <a:pt x="40150" y="2355"/>
                    <a:pt x="40150" y="2213"/>
                  </a:cubicBezTo>
                  <a:lnTo>
                    <a:pt x="42220" y="2213"/>
                  </a:lnTo>
                  <a:lnTo>
                    <a:pt x="42220" y="1381"/>
                  </a:lnTo>
                  <a:lnTo>
                    <a:pt x="40190" y="1381"/>
                  </a:lnTo>
                  <a:cubicBezTo>
                    <a:pt x="40271" y="995"/>
                    <a:pt x="40515" y="813"/>
                    <a:pt x="40921" y="813"/>
                  </a:cubicBezTo>
                  <a:lnTo>
                    <a:pt x="42240" y="813"/>
                  </a:lnTo>
                  <a:lnTo>
                    <a:pt x="42240" y="1"/>
                  </a:lnTo>
                  <a:close/>
                  <a:moveTo>
                    <a:pt x="47051" y="1"/>
                  </a:moveTo>
                  <a:cubicBezTo>
                    <a:pt x="46462" y="1"/>
                    <a:pt x="46016" y="122"/>
                    <a:pt x="45752" y="386"/>
                  </a:cubicBezTo>
                  <a:cubicBezTo>
                    <a:pt x="45427" y="670"/>
                    <a:pt x="45265" y="1158"/>
                    <a:pt x="45265" y="1827"/>
                  </a:cubicBezTo>
                  <a:cubicBezTo>
                    <a:pt x="45265" y="2172"/>
                    <a:pt x="45326" y="2457"/>
                    <a:pt x="45427" y="2700"/>
                  </a:cubicBezTo>
                  <a:cubicBezTo>
                    <a:pt x="45508" y="2883"/>
                    <a:pt x="45630" y="3066"/>
                    <a:pt x="45792" y="3187"/>
                  </a:cubicBezTo>
                  <a:cubicBezTo>
                    <a:pt x="46117" y="3492"/>
                    <a:pt x="46564" y="3634"/>
                    <a:pt x="47112" y="3634"/>
                  </a:cubicBezTo>
                  <a:lnTo>
                    <a:pt x="48472" y="3634"/>
                  </a:lnTo>
                  <a:lnTo>
                    <a:pt x="48472" y="2802"/>
                  </a:lnTo>
                  <a:lnTo>
                    <a:pt x="47051" y="2802"/>
                  </a:lnTo>
                  <a:cubicBezTo>
                    <a:pt x="46807" y="2802"/>
                    <a:pt x="46665" y="2761"/>
                    <a:pt x="46564" y="2700"/>
                  </a:cubicBezTo>
                  <a:cubicBezTo>
                    <a:pt x="46523" y="2660"/>
                    <a:pt x="46482" y="2619"/>
                    <a:pt x="46462" y="2558"/>
                  </a:cubicBezTo>
                  <a:cubicBezTo>
                    <a:pt x="46422" y="2457"/>
                    <a:pt x="46401" y="2355"/>
                    <a:pt x="46401" y="2213"/>
                  </a:cubicBezTo>
                  <a:lnTo>
                    <a:pt x="48472" y="2213"/>
                  </a:lnTo>
                  <a:lnTo>
                    <a:pt x="48472" y="1381"/>
                  </a:lnTo>
                  <a:lnTo>
                    <a:pt x="46422" y="1381"/>
                  </a:lnTo>
                  <a:cubicBezTo>
                    <a:pt x="46503" y="995"/>
                    <a:pt x="46746" y="813"/>
                    <a:pt x="47152" y="813"/>
                  </a:cubicBezTo>
                  <a:lnTo>
                    <a:pt x="48472" y="813"/>
                  </a:lnTo>
                  <a:lnTo>
                    <a:pt x="48492" y="1"/>
                  </a:lnTo>
                  <a:close/>
                  <a:moveTo>
                    <a:pt x="48796" y="1"/>
                  </a:moveTo>
                  <a:lnTo>
                    <a:pt x="50035" y="1767"/>
                  </a:lnTo>
                  <a:lnTo>
                    <a:pt x="48654" y="3634"/>
                  </a:lnTo>
                  <a:lnTo>
                    <a:pt x="49933" y="3634"/>
                  </a:lnTo>
                  <a:lnTo>
                    <a:pt x="50643" y="2578"/>
                  </a:lnTo>
                  <a:lnTo>
                    <a:pt x="51334" y="3634"/>
                  </a:lnTo>
                  <a:lnTo>
                    <a:pt x="52470" y="3634"/>
                  </a:lnTo>
                  <a:lnTo>
                    <a:pt x="51212" y="1807"/>
                  </a:lnTo>
                  <a:lnTo>
                    <a:pt x="52470" y="1"/>
                  </a:lnTo>
                  <a:lnTo>
                    <a:pt x="51232" y="1"/>
                  </a:lnTo>
                  <a:lnTo>
                    <a:pt x="50583" y="955"/>
                  </a:lnTo>
                  <a:lnTo>
                    <a:pt x="49913" y="1"/>
                  </a:lnTo>
                  <a:close/>
                  <a:moveTo>
                    <a:pt x="52612" y="1"/>
                  </a:moveTo>
                  <a:lnTo>
                    <a:pt x="52592" y="833"/>
                  </a:lnTo>
                  <a:lnTo>
                    <a:pt x="53749" y="833"/>
                  </a:lnTo>
                  <a:lnTo>
                    <a:pt x="53729" y="3634"/>
                  </a:lnTo>
                  <a:lnTo>
                    <a:pt x="54784" y="3634"/>
                  </a:lnTo>
                  <a:lnTo>
                    <a:pt x="54805" y="833"/>
                  </a:lnTo>
                  <a:lnTo>
                    <a:pt x="55961" y="833"/>
                  </a:lnTo>
                  <a:lnTo>
                    <a:pt x="55961" y="1"/>
                  </a:lnTo>
                  <a:close/>
                  <a:moveTo>
                    <a:pt x="56225" y="1"/>
                  </a:moveTo>
                  <a:lnTo>
                    <a:pt x="56205" y="3634"/>
                  </a:lnTo>
                  <a:lnTo>
                    <a:pt x="57240" y="3634"/>
                  </a:lnTo>
                  <a:lnTo>
                    <a:pt x="57240" y="2294"/>
                  </a:lnTo>
                  <a:lnTo>
                    <a:pt x="57930" y="2294"/>
                  </a:lnTo>
                  <a:lnTo>
                    <a:pt x="58722" y="3634"/>
                  </a:lnTo>
                  <a:lnTo>
                    <a:pt x="59798" y="3634"/>
                  </a:lnTo>
                  <a:lnTo>
                    <a:pt x="58925" y="2172"/>
                  </a:lnTo>
                  <a:cubicBezTo>
                    <a:pt x="59371" y="2030"/>
                    <a:pt x="59595" y="1685"/>
                    <a:pt x="59595" y="1178"/>
                  </a:cubicBezTo>
                  <a:cubicBezTo>
                    <a:pt x="59595" y="975"/>
                    <a:pt x="59554" y="792"/>
                    <a:pt x="59493" y="630"/>
                  </a:cubicBezTo>
                  <a:cubicBezTo>
                    <a:pt x="59311" y="204"/>
                    <a:pt x="58864" y="1"/>
                    <a:pt x="58154" y="1"/>
                  </a:cubicBezTo>
                  <a:close/>
                  <a:moveTo>
                    <a:pt x="61685" y="1"/>
                  </a:moveTo>
                  <a:cubicBezTo>
                    <a:pt x="61097" y="1"/>
                    <a:pt x="60671" y="122"/>
                    <a:pt x="60386" y="386"/>
                  </a:cubicBezTo>
                  <a:cubicBezTo>
                    <a:pt x="60082" y="670"/>
                    <a:pt x="59920" y="1158"/>
                    <a:pt x="59920" y="1827"/>
                  </a:cubicBezTo>
                  <a:cubicBezTo>
                    <a:pt x="59920" y="2172"/>
                    <a:pt x="59960" y="2457"/>
                    <a:pt x="60082" y="2700"/>
                  </a:cubicBezTo>
                  <a:cubicBezTo>
                    <a:pt x="60163" y="2883"/>
                    <a:pt x="60285" y="3066"/>
                    <a:pt x="60427" y="3187"/>
                  </a:cubicBezTo>
                  <a:cubicBezTo>
                    <a:pt x="60752" y="3492"/>
                    <a:pt x="61198" y="3634"/>
                    <a:pt x="61767" y="3634"/>
                  </a:cubicBezTo>
                  <a:lnTo>
                    <a:pt x="63106" y="3634"/>
                  </a:lnTo>
                  <a:lnTo>
                    <a:pt x="63106" y="2802"/>
                  </a:lnTo>
                  <a:lnTo>
                    <a:pt x="61685" y="2802"/>
                  </a:lnTo>
                  <a:cubicBezTo>
                    <a:pt x="61462" y="2802"/>
                    <a:pt x="61300" y="2761"/>
                    <a:pt x="61198" y="2700"/>
                  </a:cubicBezTo>
                  <a:cubicBezTo>
                    <a:pt x="61178" y="2660"/>
                    <a:pt x="61137" y="2619"/>
                    <a:pt x="61117" y="2558"/>
                  </a:cubicBezTo>
                  <a:cubicBezTo>
                    <a:pt x="61076" y="2457"/>
                    <a:pt x="61056" y="2355"/>
                    <a:pt x="61036" y="2213"/>
                  </a:cubicBezTo>
                  <a:lnTo>
                    <a:pt x="63106" y="2213"/>
                  </a:lnTo>
                  <a:lnTo>
                    <a:pt x="63127" y="1381"/>
                  </a:lnTo>
                  <a:lnTo>
                    <a:pt x="61076" y="1381"/>
                  </a:lnTo>
                  <a:cubicBezTo>
                    <a:pt x="61158" y="995"/>
                    <a:pt x="61401" y="813"/>
                    <a:pt x="61807" y="813"/>
                  </a:cubicBezTo>
                  <a:lnTo>
                    <a:pt x="63127" y="813"/>
                  </a:lnTo>
                  <a:lnTo>
                    <a:pt x="63127" y="1"/>
                  </a:lnTo>
                  <a:close/>
                  <a:moveTo>
                    <a:pt x="63472" y="1"/>
                  </a:moveTo>
                  <a:lnTo>
                    <a:pt x="63451" y="3634"/>
                  </a:lnTo>
                  <a:lnTo>
                    <a:pt x="64405" y="3634"/>
                  </a:lnTo>
                  <a:lnTo>
                    <a:pt x="64426" y="1604"/>
                  </a:lnTo>
                  <a:lnTo>
                    <a:pt x="65136" y="3634"/>
                  </a:lnTo>
                  <a:lnTo>
                    <a:pt x="66131" y="3634"/>
                  </a:lnTo>
                  <a:lnTo>
                    <a:pt x="66800" y="1746"/>
                  </a:lnTo>
                  <a:lnTo>
                    <a:pt x="66800" y="3634"/>
                  </a:lnTo>
                  <a:lnTo>
                    <a:pt x="67754" y="3634"/>
                  </a:lnTo>
                  <a:lnTo>
                    <a:pt x="67754" y="1"/>
                  </a:lnTo>
                  <a:lnTo>
                    <a:pt x="66415" y="1"/>
                  </a:lnTo>
                  <a:lnTo>
                    <a:pt x="65583" y="2335"/>
                  </a:lnTo>
                  <a:lnTo>
                    <a:pt x="64791" y="1"/>
                  </a:lnTo>
                  <a:close/>
                  <a:moveTo>
                    <a:pt x="69642" y="1"/>
                  </a:moveTo>
                  <a:lnTo>
                    <a:pt x="68018" y="3634"/>
                  </a:lnTo>
                  <a:lnTo>
                    <a:pt x="69135" y="3634"/>
                  </a:lnTo>
                  <a:lnTo>
                    <a:pt x="69459" y="2822"/>
                  </a:lnTo>
                  <a:lnTo>
                    <a:pt x="70819" y="2822"/>
                  </a:lnTo>
                  <a:lnTo>
                    <a:pt x="71164" y="3634"/>
                  </a:lnTo>
                  <a:lnTo>
                    <a:pt x="72240" y="3634"/>
                  </a:lnTo>
                  <a:lnTo>
                    <a:pt x="70616" y="1"/>
                  </a:lnTo>
                  <a:close/>
                  <a:moveTo>
                    <a:pt x="10150" y="1"/>
                  </a:moveTo>
                  <a:lnTo>
                    <a:pt x="10150" y="2233"/>
                  </a:lnTo>
                  <a:cubicBezTo>
                    <a:pt x="10150" y="2538"/>
                    <a:pt x="10190" y="2781"/>
                    <a:pt x="10272" y="2964"/>
                  </a:cubicBezTo>
                  <a:cubicBezTo>
                    <a:pt x="10292" y="3005"/>
                    <a:pt x="10312" y="3045"/>
                    <a:pt x="10332" y="3086"/>
                  </a:cubicBezTo>
                  <a:cubicBezTo>
                    <a:pt x="10596" y="3472"/>
                    <a:pt x="11104" y="3674"/>
                    <a:pt x="11895" y="3674"/>
                  </a:cubicBezTo>
                  <a:cubicBezTo>
                    <a:pt x="12545" y="3674"/>
                    <a:pt x="13012" y="3512"/>
                    <a:pt x="13276" y="3208"/>
                  </a:cubicBezTo>
                  <a:cubicBezTo>
                    <a:pt x="13438" y="3025"/>
                    <a:pt x="13519" y="2680"/>
                    <a:pt x="13519" y="2233"/>
                  </a:cubicBezTo>
                  <a:lnTo>
                    <a:pt x="13519" y="1"/>
                  </a:lnTo>
                  <a:lnTo>
                    <a:pt x="12504" y="1"/>
                  </a:lnTo>
                  <a:lnTo>
                    <a:pt x="12504" y="2112"/>
                  </a:lnTo>
                  <a:cubicBezTo>
                    <a:pt x="12504" y="2416"/>
                    <a:pt x="12443" y="2619"/>
                    <a:pt x="12342" y="2741"/>
                  </a:cubicBezTo>
                  <a:cubicBezTo>
                    <a:pt x="12240" y="2842"/>
                    <a:pt x="12058" y="2903"/>
                    <a:pt x="11774" y="2903"/>
                  </a:cubicBezTo>
                  <a:cubicBezTo>
                    <a:pt x="11469" y="2903"/>
                    <a:pt x="11266" y="2822"/>
                    <a:pt x="11205" y="2680"/>
                  </a:cubicBezTo>
                  <a:cubicBezTo>
                    <a:pt x="11185" y="2599"/>
                    <a:pt x="11165" y="2457"/>
                    <a:pt x="11165" y="2213"/>
                  </a:cubicBezTo>
                  <a:lnTo>
                    <a:pt x="1116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cxnSp>
        <p:nvCxnSpPr>
          <p:cNvPr id="49" name="Google Shape;49;p4"/>
          <p:cNvCxnSpPr/>
          <p:nvPr/>
        </p:nvCxnSpPr>
        <p:spPr>
          <a:xfrm rot="10800000">
            <a:off x="1632008" y="4824654"/>
            <a:ext cx="7234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2173500" y="151225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  <p:grpSp>
        <p:nvGrpSpPr>
          <p:cNvPr id="71" name="Google Shape;71;p6"/>
          <p:cNvGrpSpPr/>
          <p:nvPr/>
        </p:nvGrpSpPr>
        <p:grpSpPr>
          <a:xfrm>
            <a:off x="174201" y="132000"/>
            <a:ext cx="1709803" cy="1531539"/>
            <a:chOff x="1" y="132000"/>
            <a:chExt cx="1709803" cy="1531539"/>
          </a:xfrm>
        </p:grpSpPr>
        <p:sp>
          <p:nvSpPr>
            <p:cNvPr id="72" name="Google Shape;72;p6"/>
            <p:cNvSpPr/>
            <p:nvPr/>
          </p:nvSpPr>
          <p:spPr>
            <a:xfrm>
              <a:off x="288001" y="132000"/>
              <a:ext cx="1421803" cy="1016514"/>
            </a:xfrm>
            <a:custGeom>
              <a:avLst/>
              <a:gdLst/>
              <a:ahLst/>
              <a:cxnLst/>
              <a:rect l="l" t="t" r="r" b="b"/>
              <a:pathLst>
                <a:path w="231564" h="207876" extrusionOk="0">
                  <a:moveTo>
                    <a:pt x="11844" y="204193"/>
                  </a:moveTo>
                  <a:lnTo>
                    <a:pt x="11844" y="204193"/>
                  </a:lnTo>
                  <a:lnTo>
                    <a:pt x="9961" y="205616"/>
                  </a:lnTo>
                  <a:lnTo>
                    <a:pt x="8203" y="206662"/>
                  </a:lnTo>
                  <a:lnTo>
                    <a:pt x="6613" y="207332"/>
                  </a:lnTo>
                  <a:lnTo>
                    <a:pt x="5231" y="207709"/>
                  </a:lnTo>
                  <a:lnTo>
                    <a:pt x="4185" y="207876"/>
                  </a:lnTo>
                  <a:lnTo>
                    <a:pt x="3139" y="207709"/>
                  </a:lnTo>
                  <a:lnTo>
                    <a:pt x="2427" y="207499"/>
                  </a:lnTo>
                  <a:lnTo>
                    <a:pt x="1758" y="207164"/>
                  </a:lnTo>
                  <a:lnTo>
                    <a:pt x="1214" y="206662"/>
                  </a:lnTo>
                  <a:lnTo>
                    <a:pt x="879" y="206118"/>
                  </a:lnTo>
                  <a:lnTo>
                    <a:pt x="335" y="205072"/>
                  </a:lnTo>
                  <a:lnTo>
                    <a:pt x="0" y="204193"/>
                  </a:lnTo>
                  <a:lnTo>
                    <a:pt x="0" y="203858"/>
                  </a:lnTo>
                  <a:lnTo>
                    <a:pt x="1214" y="197915"/>
                  </a:lnTo>
                  <a:lnTo>
                    <a:pt x="1214" y="197915"/>
                  </a:lnTo>
                  <a:lnTo>
                    <a:pt x="5399" y="177534"/>
                  </a:lnTo>
                  <a:lnTo>
                    <a:pt x="9082" y="160249"/>
                  </a:lnTo>
                  <a:lnTo>
                    <a:pt x="11007" y="152046"/>
                  </a:lnTo>
                  <a:lnTo>
                    <a:pt x="12555" y="145099"/>
                  </a:lnTo>
                  <a:lnTo>
                    <a:pt x="12555" y="145099"/>
                  </a:lnTo>
                  <a:lnTo>
                    <a:pt x="13434" y="142127"/>
                  </a:lnTo>
                  <a:lnTo>
                    <a:pt x="14648" y="139323"/>
                  </a:lnTo>
                  <a:lnTo>
                    <a:pt x="14648" y="139323"/>
                  </a:lnTo>
                  <a:lnTo>
                    <a:pt x="16029" y="136352"/>
                  </a:lnTo>
                  <a:lnTo>
                    <a:pt x="17787" y="133422"/>
                  </a:lnTo>
                  <a:lnTo>
                    <a:pt x="19879" y="130618"/>
                  </a:lnTo>
                  <a:lnTo>
                    <a:pt x="22139" y="127982"/>
                  </a:lnTo>
                  <a:lnTo>
                    <a:pt x="24609" y="125554"/>
                  </a:lnTo>
                  <a:lnTo>
                    <a:pt x="27371" y="123127"/>
                  </a:lnTo>
                  <a:lnTo>
                    <a:pt x="30175" y="121034"/>
                  </a:lnTo>
                  <a:lnTo>
                    <a:pt x="33146" y="118774"/>
                  </a:lnTo>
                  <a:lnTo>
                    <a:pt x="33146" y="118774"/>
                  </a:lnTo>
                  <a:lnTo>
                    <a:pt x="120490" y="65037"/>
                  </a:lnTo>
                  <a:lnTo>
                    <a:pt x="183267" y="26492"/>
                  </a:lnTo>
                  <a:lnTo>
                    <a:pt x="206452" y="12388"/>
                  </a:lnTo>
                  <a:lnTo>
                    <a:pt x="219217" y="4729"/>
                  </a:lnTo>
                  <a:lnTo>
                    <a:pt x="219217" y="4729"/>
                  </a:lnTo>
                  <a:lnTo>
                    <a:pt x="224448" y="1758"/>
                  </a:lnTo>
                  <a:lnTo>
                    <a:pt x="224448" y="1758"/>
                  </a:lnTo>
                  <a:lnTo>
                    <a:pt x="225495" y="1214"/>
                  </a:lnTo>
                  <a:lnTo>
                    <a:pt x="226708" y="711"/>
                  </a:lnTo>
                  <a:lnTo>
                    <a:pt x="228089" y="335"/>
                  </a:lnTo>
                  <a:lnTo>
                    <a:pt x="229471" y="0"/>
                  </a:lnTo>
                  <a:lnTo>
                    <a:pt x="230015" y="0"/>
                  </a:lnTo>
                  <a:lnTo>
                    <a:pt x="230517" y="167"/>
                  </a:lnTo>
                  <a:lnTo>
                    <a:pt x="231061" y="544"/>
                  </a:lnTo>
                  <a:lnTo>
                    <a:pt x="231228" y="879"/>
                  </a:lnTo>
                  <a:lnTo>
                    <a:pt x="231396" y="1381"/>
                  </a:lnTo>
                  <a:lnTo>
                    <a:pt x="231396" y="2093"/>
                  </a:lnTo>
                  <a:lnTo>
                    <a:pt x="231396" y="2093"/>
                  </a:lnTo>
                  <a:lnTo>
                    <a:pt x="231228" y="2971"/>
                  </a:lnTo>
                  <a:lnTo>
                    <a:pt x="231228" y="2971"/>
                  </a:lnTo>
                  <a:lnTo>
                    <a:pt x="231563" y="3474"/>
                  </a:lnTo>
                  <a:lnTo>
                    <a:pt x="231563" y="4353"/>
                  </a:lnTo>
                  <a:lnTo>
                    <a:pt x="231563" y="4353"/>
                  </a:lnTo>
                  <a:lnTo>
                    <a:pt x="229303" y="16029"/>
                  </a:lnTo>
                  <a:lnTo>
                    <a:pt x="224616" y="38001"/>
                  </a:lnTo>
                  <a:lnTo>
                    <a:pt x="219719" y="60182"/>
                  </a:lnTo>
                  <a:lnTo>
                    <a:pt x="217794" y="68009"/>
                  </a:lnTo>
                  <a:lnTo>
                    <a:pt x="217124" y="70645"/>
                  </a:lnTo>
                  <a:lnTo>
                    <a:pt x="216580" y="72194"/>
                  </a:lnTo>
                  <a:lnTo>
                    <a:pt x="216580" y="72194"/>
                  </a:lnTo>
                  <a:lnTo>
                    <a:pt x="215869" y="73407"/>
                  </a:lnTo>
                  <a:lnTo>
                    <a:pt x="215199" y="74621"/>
                  </a:lnTo>
                  <a:lnTo>
                    <a:pt x="214153" y="75667"/>
                  </a:lnTo>
                  <a:lnTo>
                    <a:pt x="212939" y="76923"/>
                  </a:lnTo>
                  <a:lnTo>
                    <a:pt x="212939" y="76923"/>
                  </a:lnTo>
                  <a:lnTo>
                    <a:pt x="113543" y="139700"/>
                  </a:lnTo>
                  <a:lnTo>
                    <a:pt x="44655" y="183267"/>
                  </a:lnTo>
                  <a:lnTo>
                    <a:pt x="21470" y="1980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" name="Google Shape;73;p6"/>
            <p:cNvSpPr/>
            <p:nvPr/>
          </p:nvSpPr>
          <p:spPr>
            <a:xfrm>
              <a:off x="1" y="647025"/>
              <a:ext cx="1421803" cy="1016514"/>
            </a:xfrm>
            <a:custGeom>
              <a:avLst/>
              <a:gdLst/>
              <a:ahLst/>
              <a:cxnLst/>
              <a:rect l="l" t="t" r="r" b="b"/>
              <a:pathLst>
                <a:path w="231564" h="207876" extrusionOk="0">
                  <a:moveTo>
                    <a:pt x="11844" y="204193"/>
                  </a:moveTo>
                  <a:lnTo>
                    <a:pt x="11844" y="204193"/>
                  </a:lnTo>
                  <a:lnTo>
                    <a:pt x="9961" y="205616"/>
                  </a:lnTo>
                  <a:lnTo>
                    <a:pt x="8203" y="206662"/>
                  </a:lnTo>
                  <a:lnTo>
                    <a:pt x="6613" y="207332"/>
                  </a:lnTo>
                  <a:lnTo>
                    <a:pt x="5231" y="207709"/>
                  </a:lnTo>
                  <a:lnTo>
                    <a:pt x="4185" y="207876"/>
                  </a:lnTo>
                  <a:lnTo>
                    <a:pt x="3139" y="207709"/>
                  </a:lnTo>
                  <a:lnTo>
                    <a:pt x="2427" y="207499"/>
                  </a:lnTo>
                  <a:lnTo>
                    <a:pt x="1758" y="207164"/>
                  </a:lnTo>
                  <a:lnTo>
                    <a:pt x="1214" y="206662"/>
                  </a:lnTo>
                  <a:lnTo>
                    <a:pt x="879" y="206118"/>
                  </a:lnTo>
                  <a:lnTo>
                    <a:pt x="335" y="205072"/>
                  </a:lnTo>
                  <a:lnTo>
                    <a:pt x="0" y="204193"/>
                  </a:lnTo>
                  <a:lnTo>
                    <a:pt x="0" y="203858"/>
                  </a:lnTo>
                  <a:lnTo>
                    <a:pt x="1214" y="197915"/>
                  </a:lnTo>
                  <a:lnTo>
                    <a:pt x="1214" y="197915"/>
                  </a:lnTo>
                  <a:lnTo>
                    <a:pt x="5399" y="177534"/>
                  </a:lnTo>
                  <a:lnTo>
                    <a:pt x="9082" y="160249"/>
                  </a:lnTo>
                  <a:lnTo>
                    <a:pt x="11007" y="152046"/>
                  </a:lnTo>
                  <a:lnTo>
                    <a:pt x="12555" y="145099"/>
                  </a:lnTo>
                  <a:lnTo>
                    <a:pt x="12555" y="145099"/>
                  </a:lnTo>
                  <a:lnTo>
                    <a:pt x="13434" y="142127"/>
                  </a:lnTo>
                  <a:lnTo>
                    <a:pt x="14648" y="139323"/>
                  </a:lnTo>
                  <a:lnTo>
                    <a:pt x="14648" y="139323"/>
                  </a:lnTo>
                  <a:lnTo>
                    <a:pt x="16029" y="136352"/>
                  </a:lnTo>
                  <a:lnTo>
                    <a:pt x="17787" y="133422"/>
                  </a:lnTo>
                  <a:lnTo>
                    <a:pt x="19879" y="130618"/>
                  </a:lnTo>
                  <a:lnTo>
                    <a:pt x="22139" y="127982"/>
                  </a:lnTo>
                  <a:lnTo>
                    <a:pt x="24609" y="125554"/>
                  </a:lnTo>
                  <a:lnTo>
                    <a:pt x="27371" y="123127"/>
                  </a:lnTo>
                  <a:lnTo>
                    <a:pt x="30175" y="121034"/>
                  </a:lnTo>
                  <a:lnTo>
                    <a:pt x="33146" y="118774"/>
                  </a:lnTo>
                  <a:lnTo>
                    <a:pt x="33146" y="118774"/>
                  </a:lnTo>
                  <a:lnTo>
                    <a:pt x="120490" y="65037"/>
                  </a:lnTo>
                  <a:lnTo>
                    <a:pt x="183267" y="26492"/>
                  </a:lnTo>
                  <a:lnTo>
                    <a:pt x="206452" y="12388"/>
                  </a:lnTo>
                  <a:lnTo>
                    <a:pt x="219217" y="4729"/>
                  </a:lnTo>
                  <a:lnTo>
                    <a:pt x="219217" y="4729"/>
                  </a:lnTo>
                  <a:lnTo>
                    <a:pt x="224448" y="1758"/>
                  </a:lnTo>
                  <a:lnTo>
                    <a:pt x="224448" y="1758"/>
                  </a:lnTo>
                  <a:lnTo>
                    <a:pt x="225495" y="1214"/>
                  </a:lnTo>
                  <a:lnTo>
                    <a:pt x="226708" y="711"/>
                  </a:lnTo>
                  <a:lnTo>
                    <a:pt x="228089" y="335"/>
                  </a:lnTo>
                  <a:lnTo>
                    <a:pt x="229471" y="0"/>
                  </a:lnTo>
                  <a:lnTo>
                    <a:pt x="230015" y="0"/>
                  </a:lnTo>
                  <a:lnTo>
                    <a:pt x="230517" y="167"/>
                  </a:lnTo>
                  <a:lnTo>
                    <a:pt x="231061" y="544"/>
                  </a:lnTo>
                  <a:lnTo>
                    <a:pt x="231228" y="879"/>
                  </a:lnTo>
                  <a:lnTo>
                    <a:pt x="231396" y="1381"/>
                  </a:lnTo>
                  <a:lnTo>
                    <a:pt x="231396" y="2093"/>
                  </a:lnTo>
                  <a:lnTo>
                    <a:pt x="231396" y="2093"/>
                  </a:lnTo>
                  <a:lnTo>
                    <a:pt x="231228" y="2971"/>
                  </a:lnTo>
                  <a:lnTo>
                    <a:pt x="231228" y="2971"/>
                  </a:lnTo>
                  <a:lnTo>
                    <a:pt x="231563" y="3474"/>
                  </a:lnTo>
                  <a:lnTo>
                    <a:pt x="231563" y="4353"/>
                  </a:lnTo>
                  <a:lnTo>
                    <a:pt x="231563" y="4353"/>
                  </a:lnTo>
                  <a:lnTo>
                    <a:pt x="229303" y="16029"/>
                  </a:lnTo>
                  <a:lnTo>
                    <a:pt x="224616" y="38001"/>
                  </a:lnTo>
                  <a:lnTo>
                    <a:pt x="219719" y="60182"/>
                  </a:lnTo>
                  <a:lnTo>
                    <a:pt x="217794" y="68009"/>
                  </a:lnTo>
                  <a:lnTo>
                    <a:pt x="217124" y="70645"/>
                  </a:lnTo>
                  <a:lnTo>
                    <a:pt x="216580" y="72194"/>
                  </a:lnTo>
                  <a:lnTo>
                    <a:pt x="216580" y="72194"/>
                  </a:lnTo>
                  <a:lnTo>
                    <a:pt x="215869" y="73407"/>
                  </a:lnTo>
                  <a:lnTo>
                    <a:pt x="215199" y="74621"/>
                  </a:lnTo>
                  <a:lnTo>
                    <a:pt x="214153" y="75667"/>
                  </a:lnTo>
                  <a:lnTo>
                    <a:pt x="212939" y="76923"/>
                  </a:lnTo>
                  <a:lnTo>
                    <a:pt x="212939" y="76923"/>
                  </a:lnTo>
                  <a:lnTo>
                    <a:pt x="113543" y="139700"/>
                  </a:lnTo>
                  <a:lnTo>
                    <a:pt x="44655" y="183267"/>
                  </a:lnTo>
                  <a:lnTo>
                    <a:pt x="21470" y="1980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74" name="Google Shape;74;p6"/>
          <p:cNvGrpSpPr/>
          <p:nvPr/>
        </p:nvGrpSpPr>
        <p:grpSpPr>
          <a:xfrm>
            <a:off x="391080" y="4431036"/>
            <a:ext cx="1023843" cy="393611"/>
            <a:chOff x="2716950" y="2269625"/>
            <a:chExt cx="1886225" cy="725150"/>
          </a:xfrm>
        </p:grpSpPr>
        <p:sp>
          <p:nvSpPr>
            <p:cNvPr id="75" name="Google Shape;75;p6"/>
            <p:cNvSpPr/>
            <p:nvPr/>
          </p:nvSpPr>
          <p:spPr>
            <a:xfrm>
              <a:off x="4267700" y="2269625"/>
              <a:ext cx="151250" cy="148200"/>
            </a:xfrm>
            <a:custGeom>
              <a:avLst/>
              <a:gdLst/>
              <a:ahLst/>
              <a:cxnLst/>
              <a:rect l="l" t="t" r="r" b="b"/>
              <a:pathLst>
                <a:path w="6050" h="5928" extrusionOk="0">
                  <a:moveTo>
                    <a:pt x="3126" y="0"/>
                  </a:moveTo>
                  <a:cubicBezTo>
                    <a:pt x="1482" y="0"/>
                    <a:pt x="102" y="1320"/>
                    <a:pt x="61" y="2964"/>
                  </a:cubicBezTo>
                  <a:cubicBezTo>
                    <a:pt x="0" y="4608"/>
                    <a:pt x="1279" y="5927"/>
                    <a:pt x="2923" y="5927"/>
                  </a:cubicBezTo>
                  <a:cubicBezTo>
                    <a:pt x="4567" y="5927"/>
                    <a:pt x="5927" y="4608"/>
                    <a:pt x="5988" y="2964"/>
                  </a:cubicBezTo>
                  <a:cubicBezTo>
                    <a:pt x="6049" y="1320"/>
                    <a:pt x="4750" y="0"/>
                    <a:pt x="31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" name="Google Shape;76;p6"/>
            <p:cNvSpPr/>
            <p:nvPr/>
          </p:nvSpPr>
          <p:spPr>
            <a:xfrm>
              <a:off x="2721025" y="2315300"/>
              <a:ext cx="592200" cy="535875"/>
            </a:xfrm>
            <a:custGeom>
              <a:avLst/>
              <a:gdLst/>
              <a:ahLst/>
              <a:cxnLst/>
              <a:rect l="l" t="t" r="r" b="b"/>
              <a:pathLst>
                <a:path w="23688" h="21435" extrusionOk="0">
                  <a:moveTo>
                    <a:pt x="14675" y="0"/>
                  </a:moveTo>
                  <a:cubicBezTo>
                    <a:pt x="11671" y="0"/>
                    <a:pt x="9276" y="548"/>
                    <a:pt x="7531" y="1624"/>
                  </a:cubicBezTo>
                  <a:cubicBezTo>
                    <a:pt x="6069" y="2537"/>
                    <a:pt x="4933" y="3917"/>
                    <a:pt x="4100" y="5805"/>
                  </a:cubicBezTo>
                  <a:cubicBezTo>
                    <a:pt x="3613" y="6901"/>
                    <a:pt x="3065" y="8708"/>
                    <a:pt x="2456" y="11265"/>
                  </a:cubicBezTo>
                  <a:lnTo>
                    <a:pt x="0" y="21434"/>
                  </a:lnTo>
                  <a:lnTo>
                    <a:pt x="5339" y="21434"/>
                  </a:lnTo>
                  <a:lnTo>
                    <a:pt x="7328" y="13193"/>
                  </a:lnTo>
                  <a:cubicBezTo>
                    <a:pt x="10474" y="13153"/>
                    <a:pt x="12422" y="13295"/>
                    <a:pt x="15244" y="11549"/>
                  </a:cubicBezTo>
                  <a:cubicBezTo>
                    <a:pt x="16441" y="10819"/>
                    <a:pt x="17416" y="9763"/>
                    <a:pt x="18187" y="8403"/>
                  </a:cubicBezTo>
                  <a:lnTo>
                    <a:pt x="8566" y="8403"/>
                  </a:lnTo>
                  <a:cubicBezTo>
                    <a:pt x="9581" y="6028"/>
                    <a:pt x="11306" y="4851"/>
                    <a:pt x="13742" y="4851"/>
                  </a:cubicBezTo>
                  <a:lnTo>
                    <a:pt x="20440" y="4851"/>
                  </a:lnTo>
                  <a:lnTo>
                    <a:pt x="2368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" name="Google Shape;77;p6"/>
            <p:cNvSpPr/>
            <p:nvPr/>
          </p:nvSpPr>
          <p:spPr>
            <a:xfrm>
              <a:off x="3015850" y="2315300"/>
              <a:ext cx="545525" cy="535875"/>
            </a:xfrm>
            <a:custGeom>
              <a:avLst/>
              <a:gdLst/>
              <a:ahLst/>
              <a:cxnLst/>
              <a:rect l="l" t="t" r="r" b="b"/>
              <a:pathLst>
                <a:path w="21821" h="21435" extrusionOk="0">
                  <a:moveTo>
                    <a:pt x="14472" y="6719"/>
                  </a:moveTo>
                  <a:lnTo>
                    <a:pt x="15061" y="11671"/>
                  </a:lnTo>
                  <a:lnTo>
                    <a:pt x="11529" y="11671"/>
                  </a:lnTo>
                  <a:lnTo>
                    <a:pt x="14472" y="6719"/>
                  </a:lnTo>
                  <a:close/>
                  <a:moveTo>
                    <a:pt x="13478" y="0"/>
                  </a:moveTo>
                  <a:lnTo>
                    <a:pt x="0" y="21434"/>
                  </a:lnTo>
                  <a:cubicBezTo>
                    <a:pt x="2274" y="21272"/>
                    <a:pt x="4121" y="20744"/>
                    <a:pt x="5541" y="19851"/>
                  </a:cubicBezTo>
                  <a:cubicBezTo>
                    <a:pt x="6759" y="19120"/>
                    <a:pt x="7754" y="18045"/>
                    <a:pt x="8525" y="16644"/>
                  </a:cubicBezTo>
                  <a:lnTo>
                    <a:pt x="15650" y="16644"/>
                  </a:lnTo>
                  <a:lnTo>
                    <a:pt x="16238" y="21434"/>
                  </a:lnTo>
                  <a:lnTo>
                    <a:pt x="21820" y="21434"/>
                  </a:lnTo>
                  <a:lnTo>
                    <a:pt x="1851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" name="Google Shape;78;p6"/>
            <p:cNvSpPr/>
            <p:nvPr/>
          </p:nvSpPr>
          <p:spPr>
            <a:xfrm>
              <a:off x="3556275" y="2315300"/>
              <a:ext cx="482600" cy="536375"/>
            </a:xfrm>
            <a:custGeom>
              <a:avLst/>
              <a:gdLst/>
              <a:ahLst/>
              <a:cxnLst/>
              <a:rect l="l" t="t" r="r" b="b"/>
              <a:pathLst>
                <a:path w="19304" h="21455" extrusionOk="0">
                  <a:moveTo>
                    <a:pt x="11935" y="0"/>
                  </a:moveTo>
                  <a:cubicBezTo>
                    <a:pt x="8891" y="0"/>
                    <a:pt x="6475" y="751"/>
                    <a:pt x="4709" y="2273"/>
                  </a:cubicBezTo>
                  <a:cubicBezTo>
                    <a:pt x="2740" y="3999"/>
                    <a:pt x="1320" y="6840"/>
                    <a:pt x="487" y="10819"/>
                  </a:cubicBezTo>
                  <a:cubicBezTo>
                    <a:pt x="81" y="12808"/>
                    <a:pt x="0" y="14533"/>
                    <a:pt x="264" y="15974"/>
                  </a:cubicBezTo>
                  <a:cubicBezTo>
                    <a:pt x="487" y="17091"/>
                    <a:pt x="893" y="18065"/>
                    <a:pt x="1523" y="18877"/>
                  </a:cubicBezTo>
                  <a:cubicBezTo>
                    <a:pt x="2862" y="20582"/>
                    <a:pt x="4973" y="21455"/>
                    <a:pt x="7896" y="21455"/>
                  </a:cubicBezTo>
                  <a:lnTo>
                    <a:pt x="14777" y="21455"/>
                  </a:lnTo>
                  <a:lnTo>
                    <a:pt x="15792" y="16624"/>
                  </a:lnTo>
                  <a:lnTo>
                    <a:pt x="8505" y="16624"/>
                  </a:lnTo>
                  <a:cubicBezTo>
                    <a:pt x="7328" y="16624"/>
                    <a:pt x="6536" y="16380"/>
                    <a:pt x="6171" y="15913"/>
                  </a:cubicBezTo>
                  <a:cubicBezTo>
                    <a:pt x="6008" y="15710"/>
                    <a:pt x="5887" y="15426"/>
                    <a:pt x="5826" y="15101"/>
                  </a:cubicBezTo>
                  <a:cubicBezTo>
                    <a:pt x="5724" y="14574"/>
                    <a:pt x="5744" y="13884"/>
                    <a:pt x="5866" y="13051"/>
                  </a:cubicBezTo>
                  <a:lnTo>
                    <a:pt x="16543" y="13051"/>
                  </a:lnTo>
                  <a:lnTo>
                    <a:pt x="17578" y="8180"/>
                  </a:lnTo>
                  <a:lnTo>
                    <a:pt x="7043" y="8180"/>
                  </a:lnTo>
                  <a:cubicBezTo>
                    <a:pt x="7937" y="5947"/>
                    <a:pt x="9418" y="4831"/>
                    <a:pt x="11550" y="4831"/>
                  </a:cubicBezTo>
                  <a:lnTo>
                    <a:pt x="18268" y="4831"/>
                  </a:lnTo>
                  <a:lnTo>
                    <a:pt x="193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" name="Google Shape;79;p6"/>
            <p:cNvSpPr/>
            <p:nvPr/>
          </p:nvSpPr>
          <p:spPr>
            <a:xfrm>
              <a:off x="4045450" y="2314175"/>
              <a:ext cx="246125" cy="284800"/>
            </a:xfrm>
            <a:custGeom>
              <a:avLst/>
              <a:gdLst/>
              <a:ahLst/>
              <a:cxnLst/>
              <a:rect l="l" t="t" r="r" b="b"/>
              <a:pathLst>
                <a:path w="9845" h="11392" extrusionOk="0">
                  <a:moveTo>
                    <a:pt x="1843" y="0"/>
                  </a:moveTo>
                  <a:cubicBezTo>
                    <a:pt x="1717" y="0"/>
                    <a:pt x="1606" y="56"/>
                    <a:pt x="1563" y="228"/>
                  </a:cubicBezTo>
                  <a:cubicBezTo>
                    <a:pt x="1543" y="248"/>
                    <a:pt x="1543" y="268"/>
                    <a:pt x="1543" y="309"/>
                  </a:cubicBezTo>
                  <a:cubicBezTo>
                    <a:pt x="1502" y="350"/>
                    <a:pt x="1462" y="390"/>
                    <a:pt x="1441" y="451"/>
                  </a:cubicBezTo>
                  <a:cubicBezTo>
                    <a:pt x="1319" y="938"/>
                    <a:pt x="0" y="7352"/>
                    <a:pt x="0" y="7900"/>
                  </a:cubicBezTo>
                  <a:cubicBezTo>
                    <a:pt x="0" y="8428"/>
                    <a:pt x="467" y="8692"/>
                    <a:pt x="1867" y="9971"/>
                  </a:cubicBezTo>
                  <a:cubicBezTo>
                    <a:pt x="2801" y="10823"/>
                    <a:pt x="3227" y="11229"/>
                    <a:pt x="3410" y="11391"/>
                  </a:cubicBezTo>
                  <a:cubicBezTo>
                    <a:pt x="3491" y="11351"/>
                    <a:pt x="3572" y="11310"/>
                    <a:pt x="3654" y="11270"/>
                  </a:cubicBezTo>
                  <a:cubicBezTo>
                    <a:pt x="5440" y="10174"/>
                    <a:pt x="7916" y="8895"/>
                    <a:pt x="9601" y="7697"/>
                  </a:cubicBezTo>
                  <a:cubicBezTo>
                    <a:pt x="9621" y="7697"/>
                    <a:pt x="9641" y="7677"/>
                    <a:pt x="9641" y="7677"/>
                  </a:cubicBezTo>
                  <a:lnTo>
                    <a:pt x="9641" y="7657"/>
                  </a:lnTo>
                  <a:cubicBezTo>
                    <a:pt x="9641" y="7657"/>
                    <a:pt x="9763" y="7372"/>
                    <a:pt x="9784" y="6987"/>
                  </a:cubicBezTo>
                  <a:cubicBezTo>
                    <a:pt x="9844" y="6520"/>
                    <a:pt x="9763" y="5891"/>
                    <a:pt x="9256" y="5464"/>
                  </a:cubicBezTo>
                  <a:cubicBezTo>
                    <a:pt x="8322" y="4713"/>
                    <a:pt x="2355" y="187"/>
                    <a:pt x="2355" y="187"/>
                  </a:cubicBezTo>
                  <a:cubicBezTo>
                    <a:pt x="2355" y="187"/>
                    <a:pt x="2074" y="0"/>
                    <a:pt x="18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" name="Google Shape;80;p6"/>
            <p:cNvSpPr/>
            <p:nvPr/>
          </p:nvSpPr>
          <p:spPr>
            <a:xfrm>
              <a:off x="4286475" y="2506075"/>
              <a:ext cx="235475" cy="376525"/>
            </a:xfrm>
            <a:custGeom>
              <a:avLst/>
              <a:gdLst/>
              <a:ahLst/>
              <a:cxnLst/>
              <a:rect l="l" t="t" r="r" b="b"/>
              <a:pathLst>
                <a:path w="9419" h="15061" extrusionOk="0">
                  <a:moveTo>
                    <a:pt x="1462" y="1"/>
                  </a:moveTo>
                  <a:cubicBezTo>
                    <a:pt x="1401" y="305"/>
                    <a:pt x="731" y="3594"/>
                    <a:pt x="203" y="6192"/>
                  </a:cubicBezTo>
                  <a:cubicBezTo>
                    <a:pt x="41" y="6922"/>
                    <a:pt x="0" y="7491"/>
                    <a:pt x="41" y="7917"/>
                  </a:cubicBezTo>
                  <a:lnTo>
                    <a:pt x="41" y="7937"/>
                  </a:lnTo>
                  <a:cubicBezTo>
                    <a:pt x="41" y="9318"/>
                    <a:pt x="650" y="9561"/>
                    <a:pt x="650" y="9561"/>
                  </a:cubicBezTo>
                  <a:cubicBezTo>
                    <a:pt x="650" y="9561"/>
                    <a:pt x="5907" y="13742"/>
                    <a:pt x="6760" y="14656"/>
                  </a:cubicBezTo>
                  <a:cubicBezTo>
                    <a:pt x="7036" y="14958"/>
                    <a:pt x="7271" y="15060"/>
                    <a:pt x="7464" y="15060"/>
                  </a:cubicBezTo>
                  <a:cubicBezTo>
                    <a:pt x="7866" y="15060"/>
                    <a:pt x="8079" y="14615"/>
                    <a:pt x="8079" y="14615"/>
                  </a:cubicBezTo>
                  <a:lnTo>
                    <a:pt x="8201" y="13986"/>
                  </a:lnTo>
                  <a:cubicBezTo>
                    <a:pt x="8201" y="13986"/>
                    <a:pt x="9074" y="9967"/>
                    <a:pt x="9378" y="8201"/>
                  </a:cubicBezTo>
                  <a:cubicBezTo>
                    <a:pt x="9419" y="7958"/>
                    <a:pt x="9419" y="7734"/>
                    <a:pt x="9398" y="7531"/>
                  </a:cubicBezTo>
                  <a:lnTo>
                    <a:pt x="9398" y="7511"/>
                  </a:lnTo>
                  <a:cubicBezTo>
                    <a:pt x="9398" y="5644"/>
                    <a:pt x="7409" y="4629"/>
                    <a:pt x="6130" y="3736"/>
                  </a:cubicBezTo>
                  <a:cubicBezTo>
                    <a:pt x="6069" y="3675"/>
                    <a:pt x="6009" y="3634"/>
                    <a:pt x="5948" y="3594"/>
                  </a:cubicBezTo>
                  <a:cubicBezTo>
                    <a:pt x="4608" y="2498"/>
                    <a:pt x="2680" y="1198"/>
                    <a:pt x="1482" y="21"/>
                  </a:cubicBezTo>
                  <a:cubicBezTo>
                    <a:pt x="1482" y="21"/>
                    <a:pt x="1462" y="1"/>
                    <a:pt x="14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" name="Google Shape;81;p6"/>
            <p:cNvSpPr/>
            <p:nvPr/>
          </p:nvSpPr>
          <p:spPr>
            <a:xfrm>
              <a:off x="4323000" y="2314175"/>
              <a:ext cx="280175" cy="285300"/>
            </a:xfrm>
            <a:custGeom>
              <a:avLst/>
              <a:gdLst/>
              <a:ahLst/>
              <a:cxnLst/>
              <a:rect l="l" t="t" r="r" b="b"/>
              <a:pathLst>
                <a:path w="11207" h="11412" extrusionOk="0">
                  <a:moveTo>
                    <a:pt x="2143" y="9477"/>
                  </a:moveTo>
                  <a:cubicBezTo>
                    <a:pt x="3062" y="10186"/>
                    <a:pt x="4036" y="10907"/>
                    <a:pt x="4284" y="11107"/>
                  </a:cubicBezTo>
                  <a:cubicBezTo>
                    <a:pt x="4284" y="11107"/>
                    <a:pt x="4284" y="11107"/>
                    <a:pt x="4285" y="11107"/>
                  </a:cubicBezTo>
                  <a:lnTo>
                    <a:pt x="4285" y="11107"/>
                  </a:lnTo>
                  <a:cubicBezTo>
                    <a:pt x="3639" y="10591"/>
                    <a:pt x="2882" y="10039"/>
                    <a:pt x="2143" y="9477"/>
                  </a:cubicBezTo>
                  <a:close/>
                  <a:moveTo>
                    <a:pt x="10986" y="0"/>
                  </a:moveTo>
                  <a:cubicBezTo>
                    <a:pt x="10750" y="0"/>
                    <a:pt x="10393" y="187"/>
                    <a:pt x="10393" y="187"/>
                  </a:cubicBezTo>
                  <a:cubicBezTo>
                    <a:pt x="10393" y="187"/>
                    <a:pt x="2538" y="4713"/>
                    <a:pt x="1300" y="5464"/>
                  </a:cubicBezTo>
                  <a:cubicBezTo>
                    <a:pt x="610" y="5891"/>
                    <a:pt x="285" y="6520"/>
                    <a:pt x="123" y="6987"/>
                  </a:cubicBezTo>
                  <a:cubicBezTo>
                    <a:pt x="1" y="7372"/>
                    <a:pt x="1" y="7657"/>
                    <a:pt x="1" y="7657"/>
                  </a:cubicBezTo>
                  <a:lnTo>
                    <a:pt x="1" y="7677"/>
                  </a:lnTo>
                  <a:cubicBezTo>
                    <a:pt x="1" y="7677"/>
                    <a:pt x="21" y="7697"/>
                    <a:pt x="21" y="7697"/>
                  </a:cubicBezTo>
                  <a:cubicBezTo>
                    <a:pt x="605" y="8281"/>
                    <a:pt x="1364" y="8885"/>
                    <a:pt x="2143" y="9477"/>
                  </a:cubicBezTo>
                  <a:lnTo>
                    <a:pt x="2143" y="9477"/>
                  </a:lnTo>
                  <a:cubicBezTo>
                    <a:pt x="1479" y="8966"/>
                    <a:pt x="843" y="8462"/>
                    <a:pt x="529" y="8164"/>
                  </a:cubicBezTo>
                  <a:cubicBezTo>
                    <a:pt x="549" y="8083"/>
                    <a:pt x="569" y="7291"/>
                    <a:pt x="610" y="7149"/>
                  </a:cubicBezTo>
                  <a:cubicBezTo>
                    <a:pt x="732" y="6764"/>
                    <a:pt x="995" y="6236"/>
                    <a:pt x="1564" y="5891"/>
                  </a:cubicBezTo>
                  <a:cubicBezTo>
                    <a:pt x="2782" y="5160"/>
                    <a:pt x="10474" y="715"/>
                    <a:pt x="10657" y="613"/>
                  </a:cubicBezTo>
                  <a:lnTo>
                    <a:pt x="10657" y="613"/>
                  </a:lnTo>
                  <a:cubicBezTo>
                    <a:pt x="10434" y="1852"/>
                    <a:pt x="9277" y="7230"/>
                    <a:pt x="9094" y="7697"/>
                  </a:cubicBezTo>
                  <a:cubicBezTo>
                    <a:pt x="8972" y="7961"/>
                    <a:pt x="8668" y="8184"/>
                    <a:pt x="7613" y="8854"/>
                  </a:cubicBezTo>
                  <a:cubicBezTo>
                    <a:pt x="7308" y="9037"/>
                    <a:pt x="6963" y="9280"/>
                    <a:pt x="6537" y="9565"/>
                  </a:cubicBezTo>
                  <a:cubicBezTo>
                    <a:pt x="5604" y="10173"/>
                    <a:pt x="4631" y="10882"/>
                    <a:pt x="4285" y="11107"/>
                  </a:cubicBezTo>
                  <a:lnTo>
                    <a:pt x="4285" y="11107"/>
                  </a:lnTo>
                  <a:cubicBezTo>
                    <a:pt x="4353" y="11161"/>
                    <a:pt x="4421" y="11216"/>
                    <a:pt x="4487" y="11270"/>
                  </a:cubicBezTo>
                  <a:cubicBezTo>
                    <a:pt x="4548" y="11310"/>
                    <a:pt x="4608" y="11351"/>
                    <a:pt x="4669" y="11412"/>
                  </a:cubicBezTo>
                  <a:lnTo>
                    <a:pt x="4669" y="11391"/>
                  </a:lnTo>
                  <a:cubicBezTo>
                    <a:pt x="4933" y="11229"/>
                    <a:pt x="5522" y="10823"/>
                    <a:pt x="6821" y="9971"/>
                  </a:cubicBezTo>
                  <a:cubicBezTo>
                    <a:pt x="8749" y="8692"/>
                    <a:pt x="9318" y="8428"/>
                    <a:pt x="9541" y="7900"/>
                  </a:cubicBezTo>
                  <a:cubicBezTo>
                    <a:pt x="9784" y="7352"/>
                    <a:pt x="11124" y="938"/>
                    <a:pt x="11185" y="451"/>
                  </a:cubicBezTo>
                  <a:cubicBezTo>
                    <a:pt x="11185" y="390"/>
                    <a:pt x="11185" y="350"/>
                    <a:pt x="11165" y="309"/>
                  </a:cubicBezTo>
                  <a:cubicBezTo>
                    <a:pt x="11165" y="268"/>
                    <a:pt x="11185" y="248"/>
                    <a:pt x="11185" y="228"/>
                  </a:cubicBezTo>
                  <a:cubicBezTo>
                    <a:pt x="11206" y="56"/>
                    <a:pt x="11114" y="0"/>
                    <a:pt x="109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" name="Google Shape;82;p6"/>
            <p:cNvSpPr/>
            <p:nvPr/>
          </p:nvSpPr>
          <p:spPr>
            <a:xfrm>
              <a:off x="3969325" y="2506075"/>
              <a:ext cx="317175" cy="376525"/>
            </a:xfrm>
            <a:custGeom>
              <a:avLst/>
              <a:gdLst/>
              <a:ahLst/>
              <a:cxnLst/>
              <a:rect l="l" t="t" r="r" b="b"/>
              <a:pathLst>
                <a:path w="12687" h="15061" extrusionOk="0">
                  <a:moveTo>
                    <a:pt x="11935" y="1097"/>
                  </a:moveTo>
                  <a:cubicBezTo>
                    <a:pt x="11672" y="2355"/>
                    <a:pt x="11225" y="4385"/>
                    <a:pt x="10880" y="6090"/>
                  </a:cubicBezTo>
                  <a:cubicBezTo>
                    <a:pt x="10758" y="6659"/>
                    <a:pt x="10596" y="7166"/>
                    <a:pt x="10413" y="7592"/>
                  </a:cubicBezTo>
                  <a:lnTo>
                    <a:pt x="10312" y="7673"/>
                  </a:lnTo>
                  <a:lnTo>
                    <a:pt x="10312" y="7795"/>
                  </a:lnTo>
                  <a:cubicBezTo>
                    <a:pt x="9865" y="8871"/>
                    <a:pt x="9358" y="9094"/>
                    <a:pt x="9337" y="9094"/>
                  </a:cubicBezTo>
                  <a:lnTo>
                    <a:pt x="9297" y="9115"/>
                  </a:lnTo>
                  <a:lnTo>
                    <a:pt x="9276" y="9135"/>
                  </a:lnTo>
                  <a:cubicBezTo>
                    <a:pt x="8992" y="9297"/>
                    <a:pt x="2233" y="13336"/>
                    <a:pt x="995" y="14250"/>
                  </a:cubicBezTo>
                  <a:cubicBezTo>
                    <a:pt x="772" y="14433"/>
                    <a:pt x="609" y="14493"/>
                    <a:pt x="528" y="14534"/>
                  </a:cubicBezTo>
                  <a:lnTo>
                    <a:pt x="609" y="14087"/>
                  </a:lnTo>
                  <a:cubicBezTo>
                    <a:pt x="630" y="14047"/>
                    <a:pt x="1421" y="10048"/>
                    <a:pt x="1848" y="8323"/>
                  </a:cubicBezTo>
                  <a:cubicBezTo>
                    <a:pt x="1908" y="8140"/>
                    <a:pt x="1969" y="7958"/>
                    <a:pt x="2051" y="7795"/>
                  </a:cubicBezTo>
                  <a:lnTo>
                    <a:pt x="2071" y="7755"/>
                  </a:lnTo>
                  <a:cubicBezTo>
                    <a:pt x="2335" y="7024"/>
                    <a:pt x="2923" y="6395"/>
                    <a:pt x="3898" y="5745"/>
                  </a:cubicBezTo>
                  <a:cubicBezTo>
                    <a:pt x="4547" y="5299"/>
                    <a:pt x="5258" y="4933"/>
                    <a:pt x="5927" y="4568"/>
                  </a:cubicBezTo>
                  <a:cubicBezTo>
                    <a:pt x="6212" y="4426"/>
                    <a:pt x="6455" y="4304"/>
                    <a:pt x="6699" y="4162"/>
                  </a:cubicBezTo>
                  <a:lnTo>
                    <a:pt x="6760" y="4142"/>
                  </a:lnTo>
                  <a:cubicBezTo>
                    <a:pt x="6820" y="4101"/>
                    <a:pt x="6881" y="4060"/>
                    <a:pt x="6942" y="4040"/>
                  </a:cubicBezTo>
                  <a:cubicBezTo>
                    <a:pt x="7571" y="3654"/>
                    <a:pt x="8241" y="3269"/>
                    <a:pt x="8972" y="2843"/>
                  </a:cubicBezTo>
                  <a:cubicBezTo>
                    <a:pt x="9987" y="2274"/>
                    <a:pt x="11022" y="1686"/>
                    <a:pt x="11935" y="1097"/>
                  </a:cubicBezTo>
                  <a:close/>
                  <a:moveTo>
                    <a:pt x="12686" y="1"/>
                  </a:moveTo>
                  <a:cubicBezTo>
                    <a:pt x="12666" y="1"/>
                    <a:pt x="12666" y="21"/>
                    <a:pt x="12646" y="21"/>
                  </a:cubicBezTo>
                  <a:cubicBezTo>
                    <a:pt x="10961" y="1219"/>
                    <a:pt x="8485" y="2498"/>
                    <a:pt x="6699" y="3594"/>
                  </a:cubicBezTo>
                  <a:cubicBezTo>
                    <a:pt x="6617" y="3634"/>
                    <a:pt x="6536" y="3675"/>
                    <a:pt x="6455" y="3715"/>
                  </a:cubicBezTo>
                  <a:cubicBezTo>
                    <a:pt x="5603" y="4203"/>
                    <a:pt x="4547" y="4690"/>
                    <a:pt x="3613" y="5319"/>
                  </a:cubicBezTo>
                  <a:cubicBezTo>
                    <a:pt x="2720" y="5928"/>
                    <a:pt x="1969" y="6638"/>
                    <a:pt x="1604" y="7572"/>
                  </a:cubicBezTo>
                  <a:cubicBezTo>
                    <a:pt x="1502" y="7775"/>
                    <a:pt x="1421" y="7978"/>
                    <a:pt x="1360" y="8201"/>
                  </a:cubicBezTo>
                  <a:cubicBezTo>
                    <a:pt x="914" y="9967"/>
                    <a:pt x="122" y="13986"/>
                    <a:pt x="122" y="13986"/>
                  </a:cubicBezTo>
                  <a:lnTo>
                    <a:pt x="0" y="14615"/>
                  </a:lnTo>
                  <a:cubicBezTo>
                    <a:pt x="0" y="14615"/>
                    <a:pt x="28" y="15060"/>
                    <a:pt x="429" y="15060"/>
                  </a:cubicBezTo>
                  <a:cubicBezTo>
                    <a:pt x="621" y="15060"/>
                    <a:pt x="898" y="14958"/>
                    <a:pt x="1300" y="14656"/>
                  </a:cubicBezTo>
                  <a:cubicBezTo>
                    <a:pt x="2538" y="13742"/>
                    <a:pt x="9520" y="9561"/>
                    <a:pt x="9520" y="9561"/>
                  </a:cubicBezTo>
                  <a:cubicBezTo>
                    <a:pt x="9520" y="9561"/>
                    <a:pt x="10230" y="9318"/>
                    <a:pt x="10819" y="7917"/>
                  </a:cubicBezTo>
                  <a:cubicBezTo>
                    <a:pt x="10819" y="7897"/>
                    <a:pt x="10819" y="7897"/>
                    <a:pt x="10819" y="7897"/>
                  </a:cubicBezTo>
                  <a:cubicBezTo>
                    <a:pt x="11022" y="7470"/>
                    <a:pt x="11205" y="6922"/>
                    <a:pt x="11367" y="6192"/>
                  </a:cubicBezTo>
                  <a:cubicBezTo>
                    <a:pt x="11915" y="3594"/>
                    <a:pt x="12626" y="305"/>
                    <a:pt x="126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" name="Google Shape;83;p6"/>
            <p:cNvSpPr/>
            <p:nvPr/>
          </p:nvSpPr>
          <p:spPr>
            <a:xfrm>
              <a:off x="2716950" y="2902900"/>
              <a:ext cx="1806025" cy="91875"/>
            </a:xfrm>
            <a:custGeom>
              <a:avLst/>
              <a:gdLst/>
              <a:ahLst/>
              <a:cxnLst/>
              <a:rect l="l" t="t" r="r" b="b"/>
              <a:pathLst>
                <a:path w="72241" h="3675" extrusionOk="0">
                  <a:moveTo>
                    <a:pt x="58072" y="833"/>
                  </a:moveTo>
                  <a:cubicBezTo>
                    <a:pt x="58296" y="833"/>
                    <a:pt x="58438" y="853"/>
                    <a:pt x="58519" y="894"/>
                  </a:cubicBezTo>
                  <a:cubicBezTo>
                    <a:pt x="58560" y="934"/>
                    <a:pt x="58580" y="995"/>
                    <a:pt x="58580" y="1097"/>
                  </a:cubicBezTo>
                  <a:cubicBezTo>
                    <a:pt x="58580" y="1259"/>
                    <a:pt x="58519" y="1361"/>
                    <a:pt x="58417" y="1421"/>
                  </a:cubicBezTo>
                  <a:cubicBezTo>
                    <a:pt x="58336" y="1442"/>
                    <a:pt x="58194" y="1462"/>
                    <a:pt x="57971" y="1462"/>
                  </a:cubicBezTo>
                  <a:lnTo>
                    <a:pt x="57240" y="1462"/>
                  </a:lnTo>
                  <a:lnTo>
                    <a:pt x="57240" y="833"/>
                  </a:lnTo>
                  <a:close/>
                  <a:moveTo>
                    <a:pt x="4913" y="1137"/>
                  </a:moveTo>
                  <a:lnTo>
                    <a:pt x="5258" y="1970"/>
                  </a:lnTo>
                  <a:lnTo>
                    <a:pt x="4568" y="1970"/>
                  </a:lnTo>
                  <a:lnTo>
                    <a:pt x="4913" y="1137"/>
                  </a:lnTo>
                  <a:close/>
                  <a:moveTo>
                    <a:pt x="22389" y="1137"/>
                  </a:moveTo>
                  <a:lnTo>
                    <a:pt x="22714" y="1970"/>
                  </a:lnTo>
                  <a:lnTo>
                    <a:pt x="22044" y="1970"/>
                  </a:lnTo>
                  <a:lnTo>
                    <a:pt x="22389" y="1137"/>
                  </a:lnTo>
                  <a:close/>
                  <a:moveTo>
                    <a:pt x="70150" y="1137"/>
                  </a:moveTo>
                  <a:lnTo>
                    <a:pt x="70495" y="1970"/>
                  </a:lnTo>
                  <a:lnTo>
                    <a:pt x="69804" y="1970"/>
                  </a:lnTo>
                  <a:lnTo>
                    <a:pt x="70150" y="1137"/>
                  </a:lnTo>
                  <a:close/>
                  <a:moveTo>
                    <a:pt x="18654" y="813"/>
                  </a:moveTo>
                  <a:cubicBezTo>
                    <a:pt x="18898" y="813"/>
                    <a:pt x="19060" y="853"/>
                    <a:pt x="19121" y="914"/>
                  </a:cubicBezTo>
                  <a:cubicBezTo>
                    <a:pt x="19162" y="955"/>
                    <a:pt x="19202" y="995"/>
                    <a:pt x="19223" y="1056"/>
                  </a:cubicBezTo>
                  <a:cubicBezTo>
                    <a:pt x="19304" y="1218"/>
                    <a:pt x="19345" y="1462"/>
                    <a:pt x="19345" y="1767"/>
                  </a:cubicBezTo>
                  <a:cubicBezTo>
                    <a:pt x="19345" y="2193"/>
                    <a:pt x="19284" y="2477"/>
                    <a:pt x="19162" y="2599"/>
                  </a:cubicBezTo>
                  <a:cubicBezTo>
                    <a:pt x="19060" y="2741"/>
                    <a:pt x="18837" y="2802"/>
                    <a:pt x="18512" y="2802"/>
                  </a:cubicBezTo>
                  <a:lnTo>
                    <a:pt x="17863" y="2802"/>
                  </a:lnTo>
                  <a:lnTo>
                    <a:pt x="17863" y="813"/>
                  </a:lnTo>
                  <a:close/>
                  <a:moveTo>
                    <a:pt x="26550" y="813"/>
                  </a:moveTo>
                  <a:cubicBezTo>
                    <a:pt x="26773" y="813"/>
                    <a:pt x="26936" y="853"/>
                    <a:pt x="27017" y="914"/>
                  </a:cubicBezTo>
                  <a:cubicBezTo>
                    <a:pt x="27058" y="955"/>
                    <a:pt x="27098" y="995"/>
                    <a:pt x="27119" y="1056"/>
                  </a:cubicBezTo>
                  <a:cubicBezTo>
                    <a:pt x="27200" y="1218"/>
                    <a:pt x="27220" y="1462"/>
                    <a:pt x="27220" y="1767"/>
                  </a:cubicBezTo>
                  <a:cubicBezTo>
                    <a:pt x="27220" y="2193"/>
                    <a:pt x="27159" y="2477"/>
                    <a:pt x="27058" y="2599"/>
                  </a:cubicBezTo>
                  <a:cubicBezTo>
                    <a:pt x="26936" y="2741"/>
                    <a:pt x="26733" y="2802"/>
                    <a:pt x="26408" y="2802"/>
                  </a:cubicBezTo>
                  <a:lnTo>
                    <a:pt x="25738" y="2802"/>
                  </a:lnTo>
                  <a:lnTo>
                    <a:pt x="25759" y="813"/>
                  </a:lnTo>
                  <a:close/>
                  <a:moveTo>
                    <a:pt x="36922" y="813"/>
                  </a:moveTo>
                  <a:cubicBezTo>
                    <a:pt x="37166" y="813"/>
                    <a:pt x="37328" y="853"/>
                    <a:pt x="37409" y="914"/>
                  </a:cubicBezTo>
                  <a:cubicBezTo>
                    <a:pt x="37450" y="955"/>
                    <a:pt x="37470" y="995"/>
                    <a:pt x="37511" y="1056"/>
                  </a:cubicBezTo>
                  <a:cubicBezTo>
                    <a:pt x="37572" y="1218"/>
                    <a:pt x="37612" y="1462"/>
                    <a:pt x="37612" y="1767"/>
                  </a:cubicBezTo>
                  <a:cubicBezTo>
                    <a:pt x="37612" y="2193"/>
                    <a:pt x="37552" y="2477"/>
                    <a:pt x="37450" y="2599"/>
                  </a:cubicBezTo>
                  <a:cubicBezTo>
                    <a:pt x="37328" y="2741"/>
                    <a:pt x="37125" y="2802"/>
                    <a:pt x="36801" y="2802"/>
                  </a:cubicBezTo>
                  <a:lnTo>
                    <a:pt x="36131" y="2802"/>
                  </a:lnTo>
                  <a:lnTo>
                    <a:pt x="36151" y="813"/>
                  </a:lnTo>
                  <a:close/>
                  <a:moveTo>
                    <a:pt x="1848" y="1"/>
                  </a:moveTo>
                  <a:cubicBezTo>
                    <a:pt x="1280" y="1"/>
                    <a:pt x="833" y="82"/>
                    <a:pt x="549" y="265"/>
                  </a:cubicBezTo>
                  <a:cubicBezTo>
                    <a:pt x="305" y="427"/>
                    <a:pt x="163" y="650"/>
                    <a:pt x="82" y="975"/>
                  </a:cubicBezTo>
                  <a:cubicBezTo>
                    <a:pt x="42" y="1158"/>
                    <a:pt x="21" y="1462"/>
                    <a:pt x="21" y="1909"/>
                  </a:cubicBezTo>
                  <a:lnTo>
                    <a:pt x="1" y="3634"/>
                  </a:lnTo>
                  <a:lnTo>
                    <a:pt x="1036" y="3634"/>
                  </a:lnTo>
                  <a:lnTo>
                    <a:pt x="1036" y="2233"/>
                  </a:lnTo>
                  <a:lnTo>
                    <a:pt x="3188" y="2233"/>
                  </a:lnTo>
                  <a:lnTo>
                    <a:pt x="3188" y="1421"/>
                  </a:lnTo>
                  <a:lnTo>
                    <a:pt x="1056" y="1421"/>
                  </a:lnTo>
                  <a:cubicBezTo>
                    <a:pt x="1158" y="1016"/>
                    <a:pt x="1422" y="813"/>
                    <a:pt x="1889" y="813"/>
                  </a:cubicBezTo>
                  <a:lnTo>
                    <a:pt x="3188" y="813"/>
                  </a:lnTo>
                  <a:lnTo>
                    <a:pt x="3188" y="1"/>
                  </a:lnTo>
                  <a:close/>
                  <a:moveTo>
                    <a:pt x="4405" y="1"/>
                  </a:moveTo>
                  <a:lnTo>
                    <a:pt x="2782" y="3634"/>
                  </a:lnTo>
                  <a:lnTo>
                    <a:pt x="3898" y="3634"/>
                  </a:lnTo>
                  <a:lnTo>
                    <a:pt x="4223" y="2822"/>
                  </a:lnTo>
                  <a:lnTo>
                    <a:pt x="5583" y="2822"/>
                  </a:lnTo>
                  <a:lnTo>
                    <a:pt x="5928" y="3634"/>
                  </a:lnTo>
                  <a:lnTo>
                    <a:pt x="7004" y="3634"/>
                  </a:lnTo>
                  <a:lnTo>
                    <a:pt x="5380" y="1"/>
                  </a:lnTo>
                  <a:close/>
                  <a:moveTo>
                    <a:pt x="8506" y="1"/>
                  </a:moveTo>
                  <a:cubicBezTo>
                    <a:pt x="7328" y="1"/>
                    <a:pt x="6740" y="610"/>
                    <a:pt x="6719" y="1827"/>
                  </a:cubicBezTo>
                  <a:cubicBezTo>
                    <a:pt x="6719" y="2172"/>
                    <a:pt x="6780" y="2457"/>
                    <a:pt x="6882" y="2700"/>
                  </a:cubicBezTo>
                  <a:cubicBezTo>
                    <a:pt x="6963" y="2883"/>
                    <a:pt x="7085" y="3066"/>
                    <a:pt x="7247" y="3187"/>
                  </a:cubicBezTo>
                  <a:cubicBezTo>
                    <a:pt x="7572" y="3492"/>
                    <a:pt x="8018" y="3634"/>
                    <a:pt x="8567" y="3634"/>
                  </a:cubicBezTo>
                  <a:lnTo>
                    <a:pt x="9926" y="3634"/>
                  </a:lnTo>
                  <a:lnTo>
                    <a:pt x="9926" y="2802"/>
                  </a:lnTo>
                  <a:lnTo>
                    <a:pt x="8506" y="2802"/>
                  </a:lnTo>
                  <a:cubicBezTo>
                    <a:pt x="8181" y="2802"/>
                    <a:pt x="7978" y="2700"/>
                    <a:pt x="7876" y="2497"/>
                  </a:cubicBezTo>
                  <a:cubicBezTo>
                    <a:pt x="7836" y="2416"/>
                    <a:pt x="7816" y="2294"/>
                    <a:pt x="7816" y="2172"/>
                  </a:cubicBezTo>
                  <a:cubicBezTo>
                    <a:pt x="7816" y="2030"/>
                    <a:pt x="7816" y="1929"/>
                    <a:pt x="7816" y="1868"/>
                  </a:cubicBezTo>
                  <a:cubicBezTo>
                    <a:pt x="7816" y="1523"/>
                    <a:pt x="7876" y="1279"/>
                    <a:pt x="7978" y="1117"/>
                  </a:cubicBezTo>
                  <a:cubicBezTo>
                    <a:pt x="8100" y="914"/>
                    <a:pt x="8323" y="813"/>
                    <a:pt x="8627" y="813"/>
                  </a:cubicBezTo>
                  <a:lnTo>
                    <a:pt x="9926" y="813"/>
                  </a:lnTo>
                  <a:lnTo>
                    <a:pt x="9947" y="1"/>
                  </a:lnTo>
                  <a:close/>
                  <a:moveTo>
                    <a:pt x="13925" y="1"/>
                  </a:moveTo>
                  <a:lnTo>
                    <a:pt x="13925" y="2091"/>
                  </a:lnTo>
                  <a:cubicBezTo>
                    <a:pt x="13925" y="2416"/>
                    <a:pt x="13966" y="2700"/>
                    <a:pt x="14067" y="2923"/>
                  </a:cubicBezTo>
                  <a:cubicBezTo>
                    <a:pt x="14270" y="3390"/>
                    <a:pt x="14757" y="3634"/>
                    <a:pt x="15488" y="3634"/>
                  </a:cubicBezTo>
                  <a:lnTo>
                    <a:pt x="16645" y="3634"/>
                  </a:lnTo>
                  <a:lnTo>
                    <a:pt x="16645" y="2842"/>
                  </a:lnTo>
                  <a:lnTo>
                    <a:pt x="15569" y="2842"/>
                  </a:lnTo>
                  <a:cubicBezTo>
                    <a:pt x="15285" y="2842"/>
                    <a:pt x="15102" y="2781"/>
                    <a:pt x="15021" y="2680"/>
                  </a:cubicBezTo>
                  <a:cubicBezTo>
                    <a:pt x="14960" y="2599"/>
                    <a:pt x="14940" y="2436"/>
                    <a:pt x="14940" y="2213"/>
                  </a:cubicBezTo>
                  <a:lnTo>
                    <a:pt x="14940" y="1"/>
                  </a:lnTo>
                  <a:close/>
                  <a:moveTo>
                    <a:pt x="16848" y="1"/>
                  </a:moveTo>
                  <a:lnTo>
                    <a:pt x="16828" y="3634"/>
                  </a:lnTo>
                  <a:lnTo>
                    <a:pt x="18675" y="3634"/>
                  </a:lnTo>
                  <a:cubicBezTo>
                    <a:pt x="19263" y="3634"/>
                    <a:pt x="19690" y="3512"/>
                    <a:pt x="19933" y="3289"/>
                  </a:cubicBezTo>
                  <a:cubicBezTo>
                    <a:pt x="20258" y="3005"/>
                    <a:pt x="20420" y="2477"/>
                    <a:pt x="20420" y="1726"/>
                  </a:cubicBezTo>
                  <a:cubicBezTo>
                    <a:pt x="20420" y="1381"/>
                    <a:pt x="20359" y="1097"/>
                    <a:pt x="20258" y="873"/>
                  </a:cubicBezTo>
                  <a:cubicBezTo>
                    <a:pt x="19994" y="285"/>
                    <a:pt x="19426" y="1"/>
                    <a:pt x="18553" y="1"/>
                  </a:cubicBezTo>
                  <a:close/>
                  <a:moveTo>
                    <a:pt x="21882" y="1"/>
                  </a:moveTo>
                  <a:lnTo>
                    <a:pt x="20258" y="3634"/>
                  </a:lnTo>
                  <a:lnTo>
                    <a:pt x="21374" y="3634"/>
                  </a:lnTo>
                  <a:lnTo>
                    <a:pt x="21699" y="2822"/>
                  </a:lnTo>
                  <a:lnTo>
                    <a:pt x="23059" y="2822"/>
                  </a:lnTo>
                  <a:lnTo>
                    <a:pt x="23384" y="3634"/>
                  </a:lnTo>
                  <a:lnTo>
                    <a:pt x="24480" y="3634"/>
                  </a:lnTo>
                  <a:lnTo>
                    <a:pt x="22856" y="1"/>
                  </a:lnTo>
                  <a:close/>
                  <a:moveTo>
                    <a:pt x="24723" y="1"/>
                  </a:moveTo>
                  <a:lnTo>
                    <a:pt x="24723" y="3634"/>
                  </a:lnTo>
                  <a:lnTo>
                    <a:pt x="26550" y="3634"/>
                  </a:lnTo>
                  <a:cubicBezTo>
                    <a:pt x="27159" y="3634"/>
                    <a:pt x="27565" y="3512"/>
                    <a:pt x="27829" y="3289"/>
                  </a:cubicBezTo>
                  <a:cubicBezTo>
                    <a:pt x="28133" y="3005"/>
                    <a:pt x="28296" y="2477"/>
                    <a:pt x="28296" y="1726"/>
                  </a:cubicBezTo>
                  <a:cubicBezTo>
                    <a:pt x="28316" y="1381"/>
                    <a:pt x="28255" y="1097"/>
                    <a:pt x="28154" y="873"/>
                  </a:cubicBezTo>
                  <a:cubicBezTo>
                    <a:pt x="27890" y="285"/>
                    <a:pt x="27322" y="1"/>
                    <a:pt x="26449" y="1"/>
                  </a:cubicBezTo>
                  <a:close/>
                  <a:moveTo>
                    <a:pt x="30407" y="1"/>
                  </a:moveTo>
                  <a:cubicBezTo>
                    <a:pt x="29818" y="1"/>
                    <a:pt x="29392" y="122"/>
                    <a:pt x="29108" y="386"/>
                  </a:cubicBezTo>
                  <a:cubicBezTo>
                    <a:pt x="28803" y="670"/>
                    <a:pt x="28641" y="1158"/>
                    <a:pt x="28641" y="1827"/>
                  </a:cubicBezTo>
                  <a:cubicBezTo>
                    <a:pt x="28641" y="2172"/>
                    <a:pt x="28681" y="2457"/>
                    <a:pt x="28803" y="2700"/>
                  </a:cubicBezTo>
                  <a:cubicBezTo>
                    <a:pt x="28884" y="2883"/>
                    <a:pt x="29006" y="3066"/>
                    <a:pt x="29148" y="3187"/>
                  </a:cubicBezTo>
                  <a:cubicBezTo>
                    <a:pt x="29473" y="3492"/>
                    <a:pt x="29920" y="3634"/>
                    <a:pt x="30488" y="3634"/>
                  </a:cubicBezTo>
                  <a:lnTo>
                    <a:pt x="31828" y="3634"/>
                  </a:lnTo>
                  <a:lnTo>
                    <a:pt x="31828" y="2802"/>
                  </a:lnTo>
                  <a:lnTo>
                    <a:pt x="30407" y="2802"/>
                  </a:lnTo>
                  <a:cubicBezTo>
                    <a:pt x="30183" y="2802"/>
                    <a:pt x="30021" y="2761"/>
                    <a:pt x="29940" y="2700"/>
                  </a:cubicBezTo>
                  <a:cubicBezTo>
                    <a:pt x="29899" y="2660"/>
                    <a:pt x="29859" y="2619"/>
                    <a:pt x="29838" y="2558"/>
                  </a:cubicBezTo>
                  <a:cubicBezTo>
                    <a:pt x="29798" y="2457"/>
                    <a:pt x="29778" y="2355"/>
                    <a:pt x="29757" y="2213"/>
                  </a:cubicBezTo>
                  <a:lnTo>
                    <a:pt x="31828" y="2213"/>
                  </a:lnTo>
                  <a:lnTo>
                    <a:pt x="31848" y="1381"/>
                  </a:lnTo>
                  <a:lnTo>
                    <a:pt x="29798" y="1381"/>
                  </a:lnTo>
                  <a:cubicBezTo>
                    <a:pt x="29879" y="995"/>
                    <a:pt x="30123" y="813"/>
                    <a:pt x="30529" y="813"/>
                  </a:cubicBezTo>
                  <a:lnTo>
                    <a:pt x="31848" y="813"/>
                  </a:lnTo>
                  <a:lnTo>
                    <a:pt x="31848" y="1"/>
                  </a:lnTo>
                  <a:close/>
                  <a:moveTo>
                    <a:pt x="35116" y="1"/>
                  </a:moveTo>
                  <a:lnTo>
                    <a:pt x="35096" y="3634"/>
                  </a:lnTo>
                  <a:lnTo>
                    <a:pt x="36943" y="3634"/>
                  </a:lnTo>
                  <a:cubicBezTo>
                    <a:pt x="37531" y="3634"/>
                    <a:pt x="37957" y="3512"/>
                    <a:pt x="38201" y="3289"/>
                  </a:cubicBezTo>
                  <a:cubicBezTo>
                    <a:pt x="38526" y="3005"/>
                    <a:pt x="38688" y="2477"/>
                    <a:pt x="38688" y="1726"/>
                  </a:cubicBezTo>
                  <a:cubicBezTo>
                    <a:pt x="38688" y="1381"/>
                    <a:pt x="38648" y="1097"/>
                    <a:pt x="38526" y="873"/>
                  </a:cubicBezTo>
                  <a:cubicBezTo>
                    <a:pt x="38282" y="285"/>
                    <a:pt x="37714" y="1"/>
                    <a:pt x="36821" y="1"/>
                  </a:cubicBezTo>
                  <a:close/>
                  <a:moveTo>
                    <a:pt x="40799" y="1"/>
                  </a:moveTo>
                  <a:cubicBezTo>
                    <a:pt x="40211" y="1"/>
                    <a:pt x="39784" y="122"/>
                    <a:pt x="39500" y="386"/>
                  </a:cubicBezTo>
                  <a:cubicBezTo>
                    <a:pt x="39175" y="670"/>
                    <a:pt x="39033" y="1158"/>
                    <a:pt x="39013" y="1827"/>
                  </a:cubicBezTo>
                  <a:cubicBezTo>
                    <a:pt x="39013" y="2172"/>
                    <a:pt x="39074" y="2457"/>
                    <a:pt x="39175" y="2700"/>
                  </a:cubicBezTo>
                  <a:cubicBezTo>
                    <a:pt x="39277" y="2883"/>
                    <a:pt x="39378" y="3066"/>
                    <a:pt x="39541" y="3187"/>
                  </a:cubicBezTo>
                  <a:cubicBezTo>
                    <a:pt x="39865" y="3492"/>
                    <a:pt x="40312" y="3634"/>
                    <a:pt x="40880" y="3634"/>
                  </a:cubicBezTo>
                  <a:lnTo>
                    <a:pt x="42220" y="3634"/>
                  </a:lnTo>
                  <a:lnTo>
                    <a:pt x="42220" y="2802"/>
                  </a:lnTo>
                  <a:lnTo>
                    <a:pt x="40799" y="2802"/>
                  </a:lnTo>
                  <a:cubicBezTo>
                    <a:pt x="40576" y="2802"/>
                    <a:pt x="40413" y="2761"/>
                    <a:pt x="40312" y="2700"/>
                  </a:cubicBezTo>
                  <a:cubicBezTo>
                    <a:pt x="40271" y="2660"/>
                    <a:pt x="40251" y="2619"/>
                    <a:pt x="40231" y="2558"/>
                  </a:cubicBezTo>
                  <a:cubicBezTo>
                    <a:pt x="40190" y="2457"/>
                    <a:pt x="40150" y="2355"/>
                    <a:pt x="40150" y="2213"/>
                  </a:cubicBezTo>
                  <a:lnTo>
                    <a:pt x="42220" y="2213"/>
                  </a:lnTo>
                  <a:lnTo>
                    <a:pt x="42220" y="1381"/>
                  </a:lnTo>
                  <a:lnTo>
                    <a:pt x="40190" y="1381"/>
                  </a:lnTo>
                  <a:cubicBezTo>
                    <a:pt x="40271" y="995"/>
                    <a:pt x="40515" y="813"/>
                    <a:pt x="40921" y="813"/>
                  </a:cubicBezTo>
                  <a:lnTo>
                    <a:pt x="42240" y="813"/>
                  </a:lnTo>
                  <a:lnTo>
                    <a:pt x="42240" y="1"/>
                  </a:lnTo>
                  <a:close/>
                  <a:moveTo>
                    <a:pt x="47051" y="1"/>
                  </a:moveTo>
                  <a:cubicBezTo>
                    <a:pt x="46462" y="1"/>
                    <a:pt x="46016" y="122"/>
                    <a:pt x="45752" y="386"/>
                  </a:cubicBezTo>
                  <a:cubicBezTo>
                    <a:pt x="45427" y="670"/>
                    <a:pt x="45265" y="1158"/>
                    <a:pt x="45265" y="1827"/>
                  </a:cubicBezTo>
                  <a:cubicBezTo>
                    <a:pt x="45265" y="2172"/>
                    <a:pt x="45326" y="2457"/>
                    <a:pt x="45427" y="2700"/>
                  </a:cubicBezTo>
                  <a:cubicBezTo>
                    <a:pt x="45508" y="2883"/>
                    <a:pt x="45630" y="3066"/>
                    <a:pt x="45792" y="3187"/>
                  </a:cubicBezTo>
                  <a:cubicBezTo>
                    <a:pt x="46117" y="3492"/>
                    <a:pt x="46564" y="3634"/>
                    <a:pt x="47112" y="3634"/>
                  </a:cubicBezTo>
                  <a:lnTo>
                    <a:pt x="48472" y="3634"/>
                  </a:lnTo>
                  <a:lnTo>
                    <a:pt x="48472" y="2802"/>
                  </a:lnTo>
                  <a:lnTo>
                    <a:pt x="47051" y="2802"/>
                  </a:lnTo>
                  <a:cubicBezTo>
                    <a:pt x="46807" y="2802"/>
                    <a:pt x="46665" y="2761"/>
                    <a:pt x="46564" y="2700"/>
                  </a:cubicBezTo>
                  <a:cubicBezTo>
                    <a:pt x="46523" y="2660"/>
                    <a:pt x="46482" y="2619"/>
                    <a:pt x="46462" y="2558"/>
                  </a:cubicBezTo>
                  <a:cubicBezTo>
                    <a:pt x="46422" y="2457"/>
                    <a:pt x="46401" y="2355"/>
                    <a:pt x="46401" y="2213"/>
                  </a:cubicBezTo>
                  <a:lnTo>
                    <a:pt x="48472" y="2213"/>
                  </a:lnTo>
                  <a:lnTo>
                    <a:pt x="48472" y="1381"/>
                  </a:lnTo>
                  <a:lnTo>
                    <a:pt x="46422" y="1381"/>
                  </a:lnTo>
                  <a:cubicBezTo>
                    <a:pt x="46503" y="995"/>
                    <a:pt x="46746" y="813"/>
                    <a:pt x="47152" y="813"/>
                  </a:cubicBezTo>
                  <a:lnTo>
                    <a:pt x="48472" y="813"/>
                  </a:lnTo>
                  <a:lnTo>
                    <a:pt x="48492" y="1"/>
                  </a:lnTo>
                  <a:close/>
                  <a:moveTo>
                    <a:pt x="48796" y="1"/>
                  </a:moveTo>
                  <a:lnTo>
                    <a:pt x="50035" y="1767"/>
                  </a:lnTo>
                  <a:lnTo>
                    <a:pt x="48654" y="3634"/>
                  </a:lnTo>
                  <a:lnTo>
                    <a:pt x="49933" y="3634"/>
                  </a:lnTo>
                  <a:lnTo>
                    <a:pt x="50643" y="2578"/>
                  </a:lnTo>
                  <a:lnTo>
                    <a:pt x="51334" y="3634"/>
                  </a:lnTo>
                  <a:lnTo>
                    <a:pt x="52470" y="3634"/>
                  </a:lnTo>
                  <a:lnTo>
                    <a:pt x="51212" y="1807"/>
                  </a:lnTo>
                  <a:lnTo>
                    <a:pt x="52470" y="1"/>
                  </a:lnTo>
                  <a:lnTo>
                    <a:pt x="51232" y="1"/>
                  </a:lnTo>
                  <a:lnTo>
                    <a:pt x="50583" y="955"/>
                  </a:lnTo>
                  <a:lnTo>
                    <a:pt x="49913" y="1"/>
                  </a:lnTo>
                  <a:close/>
                  <a:moveTo>
                    <a:pt x="52612" y="1"/>
                  </a:moveTo>
                  <a:lnTo>
                    <a:pt x="52592" y="833"/>
                  </a:lnTo>
                  <a:lnTo>
                    <a:pt x="53749" y="833"/>
                  </a:lnTo>
                  <a:lnTo>
                    <a:pt x="53729" y="3634"/>
                  </a:lnTo>
                  <a:lnTo>
                    <a:pt x="54784" y="3634"/>
                  </a:lnTo>
                  <a:lnTo>
                    <a:pt x="54805" y="833"/>
                  </a:lnTo>
                  <a:lnTo>
                    <a:pt x="55961" y="833"/>
                  </a:lnTo>
                  <a:lnTo>
                    <a:pt x="55961" y="1"/>
                  </a:lnTo>
                  <a:close/>
                  <a:moveTo>
                    <a:pt x="56225" y="1"/>
                  </a:moveTo>
                  <a:lnTo>
                    <a:pt x="56205" y="3634"/>
                  </a:lnTo>
                  <a:lnTo>
                    <a:pt x="57240" y="3634"/>
                  </a:lnTo>
                  <a:lnTo>
                    <a:pt x="57240" y="2294"/>
                  </a:lnTo>
                  <a:lnTo>
                    <a:pt x="57930" y="2294"/>
                  </a:lnTo>
                  <a:lnTo>
                    <a:pt x="58722" y="3634"/>
                  </a:lnTo>
                  <a:lnTo>
                    <a:pt x="59798" y="3634"/>
                  </a:lnTo>
                  <a:lnTo>
                    <a:pt x="58925" y="2172"/>
                  </a:lnTo>
                  <a:cubicBezTo>
                    <a:pt x="59371" y="2030"/>
                    <a:pt x="59595" y="1685"/>
                    <a:pt x="59595" y="1178"/>
                  </a:cubicBezTo>
                  <a:cubicBezTo>
                    <a:pt x="59595" y="975"/>
                    <a:pt x="59554" y="792"/>
                    <a:pt x="59493" y="630"/>
                  </a:cubicBezTo>
                  <a:cubicBezTo>
                    <a:pt x="59311" y="204"/>
                    <a:pt x="58864" y="1"/>
                    <a:pt x="58154" y="1"/>
                  </a:cubicBezTo>
                  <a:close/>
                  <a:moveTo>
                    <a:pt x="61685" y="1"/>
                  </a:moveTo>
                  <a:cubicBezTo>
                    <a:pt x="61097" y="1"/>
                    <a:pt x="60671" y="122"/>
                    <a:pt x="60386" y="386"/>
                  </a:cubicBezTo>
                  <a:cubicBezTo>
                    <a:pt x="60082" y="670"/>
                    <a:pt x="59920" y="1158"/>
                    <a:pt x="59920" y="1827"/>
                  </a:cubicBezTo>
                  <a:cubicBezTo>
                    <a:pt x="59920" y="2172"/>
                    <a:pt x="59960" y="2457"/>
                    <a:pt x="60082" y="2700"/>
                  </a:cubicBezTo>
                  <a:cubicBezTo>
                    <a:pt x="60163" y="2883"/>
                    <a:pt x="60285" y="3066"/>
                    <a:pt x="60427" y="3187"/>
                  </a:cubicBezTo>
                  <a:cubicBezTo>
                    <a:pt x="60752" y="3492"/>
                    <a:pt x="61198" y="3634"/>
                    <a:pt x="61767" y="3634"/>
                  </a:cubicBezTo>
                  <a:lnTo>
                    <a:pt x="63106" y="3634"/>
                  </a:lnTo>
                  <a:lnTo>
                    <a:pt x="63106" y="2802"/>
                  </a:lnTo>
                  <a:lnTo>
                    <a:pt x="61685" y="2802"/>
                  </a:lnTo>
                  <a:cubicBezTo>
                    <a:pt x="61462" y="2802"/>
                    <a:pt x="61300" y="2761"/>
                    <a:pt x="61198" y="2700"/>
                  </a:cubicBezTo>
                  <a:cubicBezTo>
                    <a:pt x="61178" y="2660"/>
                    <a:pt x="61137" y="2619"/>
                    <a:pt x="61117" y="2558"/>
                  </a:cubicBezTo>
                  <a:cubicBezTo>
                    <a:pt x="61076" y="2457"/>
                    <a:pt x="61056" y="2355"/>
                    <a:pt x="61036" y="2213"/>
                  </a:cubicBezTo>
                  <a:lnTo>
                    <a:pt x="63106" y="2213"/>
                  </a:lnTo>
                  <a:lnTo>
                    <a:pt x="63127" y="1381"/>
                  </a:lnTo>
                  <a:lnTo>
                    <a:pt x="61076" y="1381"/>
                  </a:lnTo>
                  <a:cubicBezTo>
                    <a:pt x="61158" y="995"/>
                    <a:pt x="61401" y="813"/>
                    <a:pt x="61807" y="813"/>
                  </a:cubicBezTo>
                  <a:lnTo>
                    <a:pt x="63127" y="813"/>
                  </a:lnTo>
                  <a:lnTo>
                    <a:pt x="63127" y="1"/>
                  </a:lnTo>
                  <a:close/>
                  <a:moveTo>
                    <a:pt x="63472" y="1"/>
                  </a:moveTo>
                  <a:lnTo>
                    <a:pt x="63451" y="3634"/>
                  </a:lnTo>
                  <a:lnTo>
                    <a:pt x="64405" y="3634"/>
                  </a:lnTo>
                  <a:lnTo>
                    <a:pt x="64426" y="1604"/>
                  </a:lnTo>
                  <a:lnTo>
                    <a:pt x="65136" y="3634"/>
                  </a:lnTo>
                  <a:lnTo>
                    <a:pt x="66131" y="3634"/>
                  </a:lnTo>
                  <a:lnTo>
                    <a:pt x="66800" y="1746"/>
                  </a:lnTo>
                  <a:lnTo>
                    <a:pt x="66800" y="3634"/>
                  </a:lnTo>
                  <a:lnTo>
                    <a:pt x="67754" y="3634"/>
                  </a:lnTo>
                  <a:lnTo>
                    <a:pt x="67754" y="1"/>
                  </a:lnTo>
                  <a:lnTo>
                    <a:pt x="66415" y="1"/>
                  </a:lnTo>
                  <a:lnTo>
                    <a:pt x="65583" y="2335"/>
                  </a:lnTo>
                  <a:lnTo>
                    <a:pt x="64791" y="1"/>
                  </a:lnTo>
                  <a:close/>
                  <a:moveTo>
                    <a:pt x="69642" y="1"/>
                  </a:moveTo>
                  <a:lnTo>
                    <a:pt x="68018" y="3634"/>
                  </a:lnTo>
                  <a:lnTo>
                    <a:pt x="69135" y="3634"/>
                  </a:lnTo>
                  <a:lnTo>
                    <a:pt x="69459" y="2822"/>
                  </a:lnTo>
                  <a:lnTo>
                    <a:pt x="70819" y="2822"/>
                  </a:lnTo>
                  <a:lnTo>
                    <a:pt x="71164" y="3634"/>
                  </a:lnTo>
                  <a:lnTo>
                    <a:pt x="72240" y="3634"/>
                  </a:lnTo>
                  <a:lnTo>
                    <a:pt x="70616" y="1"/>
                  </a:lnTo>
                  <a:close/>
                  <a:moveTo>
                    <a:pt x="10150" y="1"/>
                  </a:moveTo>
                  <a:lnTo>
                    <a:pt x="10150" y="2233"/>
                  </a:lnTo>
                  <a:cubicBezTo>
                    <a:pt x="10150" y="2538"/>
                    <a:pt x="10190" y="2781"/>
                    <a:pt x="10272" y="2964"/>
                  </a:cubicBezTo>
                  <a:cubicBezTo>
                    <a:pt x="10292" y="3005"/>
                    <a:pt x="10312" y="3045"/>
                    <a:pt x="10332" y="3086"/>
                  </a:cubicBezTo>
                  <a:cubicBezTo>
                    <a:pt x="10596" y="3472"/>
                    <a:pt x="11104" y="3674"/>
                    <a:pt x="11895" y="3674"/>
                  </a:cubicBezTo>
                  <a:cubicBezTo>
                    <a:pt x="12545" y="3674"/>
                    <a:pt x="13012" y="3512"/>
                    <a:pt x="13276" y="3208"/>
                  </a:cubicBezTo>
                  <a:cubicBezTo>
                    <a:pt x="13438" y="3025"/>
                    <a:pt x="13519" y="2680"/>
                    <a:pt x="13519" y="2233"/>
                  </a:cubicBezTo>
                  <a:lnTo>
                    <a:pt x="13519" y="1"/>
                  </a:lnTo>
                  <a:lnTo>
                    <a:pt x="12504" y="1"/>
                  </a:lnTo>
                  <a:lnTo>
                    <a:pt x="12504" y="2112"/>
                  </a:lnTo>
                  <a:cubicBezTo>
                    <a:pt x="12504" y="2416"/>
                    <a:pt x="12443" y="2619"/>
                    <a:pt x="12342" y="2741"/>
                  </a:cubicBezTo>
                  <a:cubicBezTo>
                    <a:pt x="12240" y="2842"/>
                    <a:pt x="12058" y="2903"/>
                    <a:pt x="11774" y="2903"/>
                  </a:cubicBezTo>
                  <a:cubicBezTo>
                    <a:pt x="11469" y="2903"/>
                    <a:pt x="11266" y="2822"/>
                    <a:pt x="11205" y="2680"/>
                  </a:cubicBezTo>
                  <a:cubicBezTo>
                    <a:pt x="11185" y="2599"/>
                    <a:pt x="11165" y="2457"/>
                    <a:pt x="11165" y="2213"/>
                  </a:cubicBezTo>
                  <a:lnTo>
                    <a:pt x="1116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cxnSp>
        <p:nvCxnSpPr>
          <p:cNvPr id="84" name="Google Shape;84;p6"/>
          <p:cNvCxnSpPr/>
          <p:nvPr/>
        </p:nvCxnSpPr>
        <p:spPr>
          <a:xfrm rot="10800000">
            <a:off x="1632000" y="4824600"/>
            <a:ext cx="66120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"/>
          <p:cNvSpPr/>
          <p:nvPr/>
        </p:nvSpPr>
        <p:spPr>
          <a:xfrm>
            <a:off x="342198" y="730074"/>
            <a:ext cx="4362087" cy="3118660"/>
          </a:xfrm>
          <a:custGeom>
            <a:avLst/>
            <a:gdLst/>
            <a:ahLst/>
            <a:cxnLst/>
            <a:rect l="l" t="t" r="r" b="b"/>
            <a:pathLst>
              <a:path w="231564" h="207876" extrusionOk="0">
                <a:moveTo>
                  <a:pt x="11844" y="204193"/>
                </a:moveTo>
                <a:lnTo>
                  <a:pt x="11844" y="204193"/>
                </a:lnTo>
                <a:lnTo>
                  <a:pt x="9961" y="205616"/>
                </a:lnTo>
                <a:lnTo>
                  <a:pt x="8203" y="206662"/>
                </a:lnTo>
                <a:lnTo>
                  <a:pt x="6613" y="207332"/>
                </a:lnTo>
                <a:lnTo>
                  <a:pt x="5231" y="207709"/>
                </a:lnTo>
                <a:lnTo>
                  <a:pt x="4185" y="207876"/>
                </a:lnTo>
                <a:lnTo>
                  <a:pt x="3139" y="207709"/>
                </a:lnTo>
                <a:lnTo>
                  <a:pt x="2427" y="207499"/>
                </a:lnTo>
                <a:lnTo>
                  <a:pt x="1758" y="207164"/>
                </a:lnTo>
                <a:lnTo>
                  <a:pt x="1214" y="206662"/>
                </a:lnTo>
                <a:lnTo>
                  <a:pt x="879" y="206118"/>
                </a:lnTo>
                <a:lnTo>
                  <a:pt x="335" y="205072"/>
                </a:lnTo>
                <a:lnTo>
                  <a:pt x="0" y="204193"/>
                </a:lnTo>
                <a:lnTo>
                  <a:pt x="0" y="203858"/>
                </a:lnTo>
                <a:lnTo>
                  <a:pt x="1214" y="197915"/>
                </a:lnTo>
                <a:lnTo>
                  <a:pt x="1214" y="197915"/>
                </a:lnTo>
                <a:lnTo>
                  <a:pt x="5399" y="177534"/>
                </a:lnTo>
                <a:lnTo>
                  <a:pt x="9082" y="160249"/>
                </a:lnTo>
                <a:lnTo>
                  <a:pt x="11007" y="152046"/>
                </a:lnTo>
                <a:lnTo>
                  <a:pt x="12555" y="145099"/>
                </a:lnTo>
                <a:lnTo>
                  <a:pt x="12555" y="145099"/>
                </a:lnTo>
                <a:lnTo>
                  <a:pt x="13434" y="142127"/>
                </a:lnTo>
                <a:lnTo>
                  <a:pt x="14648" y="139323"/>
                </a:lnTo>
                <a:lnTo>
                  <a:pt x="14648" y="139323"/>
                </a:lnTo>
                <a:lnTo>
                  <a:pt x="16029" y="136352"/>
                </a:lnTo>
                <a:lnTo>
                  <a:pt x="17787" y="133422"/>
                </a:lnTo>
                <a:lnTo>
                  <a:pt x="19879" y="130618"/>
                </a:lnTo>
                <a:lnTo>
                  <a:pt x="22139" y="127982"/>
                </a:lnTo>
                <a:lnTo>
                  <a:pt x="24609" y="125554"/>
                </a:lnTo>
                <a:lnTo>
                  <a:pt x="27371" y="123127"/>
                </a:lnTo>
                <a:lnTo>
                  <a:pt x="30175" y="121034"/>
                </a:lnTo>
                <a:lnTo>
                  <a:pt x="33146" y="118774"/>
                </a:lnTo>
                <a:lnTo>
                  <a:pt x="33146" y="118774"/>
                </a:lnTo>
                <a:lnTo>
                  <a:pt x="120490" y="65037"/>
                </a:lnTo>
                <a:lnTo>
                  <a:pt x="183267" y="26492"/>
                </a:lnTo>
                <a:lnTo>
                  <a:pt x="206452" y="12388"/>
                </a:lnTo>
                <a:lnTo>
                  <a:pt x="219217" y="4729"/>
                </a:lnTo>
                <a:lnTo>
                  <a:pt x="219217" y="4729"/>
                </a:lnTo>
                <a:lnTo>
                  <a:pt x="224448" y="1758"/>
                </a:lnTo>
                <a:lnTo>
                  <a:pt x="224448" y="1758"/>
                </a:lnTo>
                <a:lnTo>
                  <a:pt x="225495" y="1214"/>
                </a:lnTo>
                <a:lnTo>
                  <a:pt x="226708" y="711"/>
                </a:lnTo>
                <a:lnTo>
                  <a:pt x="228089" y="335"/>
                </a:lnTo>
                <a:lnTo>
                  <a:pt x="229471" y="0"/>
                </a:lnTo>
                <a:lnTo>
                  <a:pt x="230015" y="0"/>
                </a:lnTo>
                <a:lnTo>
                  <a:pt x="230517" y="167"/>
                </a:lnTo>
                <a:lnTo>
                  <a:pt x="231061" y="544"/>
                </a:lnTo>
                <a:lnTo>
                  <a:pt x="231228" y="879"/>
                </a:lnTo>
                <a:lnTo>
                  <a:pt x="231396" y="1381"/>
                </a:lnTo>
                <a:lnTo>
                  <a:pt x="231396" y="2093"/>
                </a:lnTo>
                <a:lnTo>
                  <a:pt x="231396" y="2093"/>
                </a:lnTo>
                <a:lnTo>
                  <a:pt x="231228" y="2971"/>
                </a:lnTo>
                <a:lnTo>
                  <a:pt x="231228" y="2971"/>
                </a:lnTo>
                <a:lnTo>
                  <a:pt x="231563" y="3474"/>
                </a:lnTo>
                <a:lnTo>
                  <a:pt x="231563" y="4353"/>
                </a:lnTo>
                <a:lnTo>
                  <a:pt x="231563" y="4353"/>
                </a:lnTo>
                <a:lnTo>
                  <a:pt x="229303" y="16029"/>
                </a:lnTo>
                <a:lnTo>
                  <a:pt x="224616" y="38001"/>
                </a:lnTo>
                <a:lnTo>
                  <a:pt x="219719" y="60182"/>
                </a:lnTo>
                <a:lnTo>
                  <a:pt x="217794" y="68009"/>
                </a:lnTo>
                <a:lnTo>
                  <a:pt x="217124" y="70645"/>
                </a:lnTo>
                <a:lnTo>
                  <a:pt x="216580" y="72194"/>
                </a:lnTo>
                <a:lnTo>
                  <a:pt x="216580" y="72194"/>
                </a:lnTo>
                <a:lnTo>
                  <a:pt x="215869" y="73407"/>
                </a:lnTo>
                <a:lnTo>
                  <a:pt x="215199" y="74621"/>
                </a:lnTo>
                <a:lnTo>
                  <a:pt x="214153" y="75667"/>
                </a:lnTo>
                <a:lnTo>
                  <a:pt x="212939" y="76923"/>
                </a:lnTo>
                <a:lnTo>
                  <a:pt x="212939" y="76923"/>
                </a:lnTo>
                <a:lnTo>
                  <a:pt x="113543" y="139700"/>
                </a:lnTo>
                <a:lnTo>
                  <a:pt x="44655" y="183267"/>
                </a:lnTo>
                <a:lnTo>
                  <a:pt x="21470" y="198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8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9" name="Google Shape;109;p8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10" name="Google Shape;110;p8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  <p:grpSp>
        <p:nvGrpSpPr>
          <p:cNvPr id="112" name="Google Shape;112;p8"/>
          <p:cNvGrpSpPr/>
          <p:nvPr/>
        </p:nvGrpSpPr>
        <p:grpSpPr>
          <a:xfrm>
            <a:off x="1424670" y="905091"/>
            <a:ext cx="831448" cy="319646"/>
            <a:chOff x="2716950" y="2269625"/>
            <a:chExt cx="1886225" cy="725150"/>
          </a:xfrm>
        </p:grpSpPr>
        <p:sp>
          <p:nvSpPr>
            <p:cNvPr id="113" name="Google Shape;113;p8"/>
            <p:cNvSpPr/>
            <p:nvPr/>
          </p:nvSpPr>
          <p:spPr>
            <a:xfrm>
              <a:off x="4267700" y="2269625"/>
              <a:ext cx="151250" cy="148200"/>
            </a:xfrm>
            <a:custGeom>
              <a:avLst/>
              <a:gdLst/>
              <a:ahLst/>
              <a:cxnLst/>
              <a:rect l="l" t="t" r="r" b="b"/>
              <a:pathLst>
                <a:path w="6050" h="5928" extrusionOk="0">
                  <a:moveTo>
                    <a:pt x="3126" y="0"/>
                  </a:moveTo>
                  <a:cubicBezTo>
                    <a:pt x="1482" y="0"/>
                    <a:pt x="102" y="1320"/>
                    <a:pt x="61" y="2964"/>
                  </a:cubicBezTo>
                  <a:cubicBezTo>
                    <a:pt x="0" y="4608"/>
                    <a:pt x="1279" y="5927"/>
                    <a:pt x="2923" y="5927"/>
                  </a:cubicBezTo>
                  <a:cubicBezTo>
                    <a:pt x="4567" y="5927"/>
                    <a:pt x="5927" y="4608"/>
                    <a:pt x="5988" y="2964"/>
                  </a:cubicBezTo>
                  <a:cubicBezTo>
                    <a:pt x="6049" y="1320"/>
                    <a:pt x="4750" y="0"/>
                    <a:pt x="31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" name="Google Shape;114;p8"/>
            <p:cNvSpPr/>
            <p:nvPr/>
          </p:nvSpPr>
          <p:spPr>
            <a:xfrm>
              <a:off x="2721025" y="2315300"/>
              <a:ext cx="592200" cy="535875"/>
            </a:xfrm>
            <a:custGeom>
              <a:avLst/>
              <a:gdLst/>
              <a:ahLst/>
              <a:cxnLst/>
              <a:rect l="l" t="t" r="r" b="b"/>
              <a:pathLst>
                <a:path w="23688" h="21435" extrusionOk="0">
                  <a:moveTo>
                    <a:pt x="14675" y="0"/>
                  </a:moveTo>
                  <a:cubicBezTo>
                    <a:pt x="11671" y="0"/>
                    <a:pt x="9276" y="548"/>
                    <a:pt x="7531" y="1624"/>
                  </a:cubicBezTo>
                  <a:cubicBezTo>
                    <a:pt x="6069" y="2537"/>
                    <a:pt x="4933" y="3917"/>
                    <a:pt x="4100" y="5805"/>
                  </a:cubicBezTo>
                  <a:cubicBezTo>
                    <a:pt x="3613" y="6901"/>
                    <a:pt x="3065" y="8708"/>
                    <a:pt x="2456" y="11265"/>
                  </a:cubicBezTo>
                  <a:lnTo>
                    <a:pt x="0" y="21434"/>
                  </a:lnTo>
                  <a:lnTo>
                    <a:pt x="5339" y="21434"/>
                  </a:lnTo>
                  <a:lnTo>
                    <a:pt x="7328" y="13193"/>
                  </a:lnTo>
                  <a:cubicBezTo>
                    <a:pt x="10474" y="13153"/>
                    <a:pt x="12422" y="13295"/>
                    <a:pt x="15244" y="11549"/>
                  </a:cubicBezTo>
                  <a:cubicBezTo>
                    <a:pt x="16441" y="10819"/>
                    <a:pt x="17416" y="9763"/>
                    <a:pt x="18187" y="8403"/>
                  </a:cubicBezTo>
                  <a:lnTo>
                    <a:pt x="8566" y="8403"/>
                  </a:lnTo>
                  <a:cubicBezTo>
                    <a:pt x="9581" y="6028"/>
                    <a:pt x="11306" y="4851"/>
                    <a:pt x="13742" y="4851"/>
                  </a:cubicBezTo>
                  <a:lnTo>
                    <a:pt x="20440" y="4851"/>
                  </a:lnTo>
                  <a:lnTo>
                    <a:pt x="236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" name="Google Shape;115;p8"/>
            <p:cNvSpPr/>
            <p:nvPr/>
          </p:nvSpPr>
          <p:spPr>
            <a:xfrm>
              <a:off x="3015850" y="2315300"/>
              <a:ext cx="545525" cy="535875"/>
            </a:xfrm>
            <a:custGeom>
              <a:avLst/>
              <a:gdLst/>
              <a:ahLst/>
              <a:cxnLst/>
              <a:rect l="l" t="t" r="r" b="b"/>
              <a:pathLst>
                <a:path w="21821" h="21435" extrusionOk="0">
                  <a:moveTo>
                    <a:pt x="14472" y="6719"/>
                  </a:moveTo>
                  <a:lnTo>
                    <a:pt x="15061" y="11671"/>
                  </a:lnTo>
                  <a:lnTo>
                    <a:pt x="11529" y="11671"/>
                  </a:lnTo>
                  <a:lnTo>
                    <a:pt x="14472" y="6719"/>
                  </a:lnTo>
                  <a:close/>
                  <a:moveTo>
                    <a:pt x="13478" y="0"/>
                  </a:moveTo>
                  <a:lnTo>
                    <a:pt x="0" y="21434"/>
                  </a:lnTo>
                  <a:cubicBezTo>
                    <a:pt x="2274" y="21272"/>
                    <a:pt x="4121" y="20744"/>
                    <a:pt x="5541" y="19851"/>
                  </a:cubicBezTo>
                  <a:cubicBezTo>
                    <a:pt x="6759" y="19120"/>
                    <a:pt x="7754" y="18045"/>
                    <a:pt x="8525" y="16644"/>
                  </a:cubicBezTo>
                  <a:lnTo>
                    <a:pt x="15650" y="16644"/>
                  </a:lnTo>
                  <a:lnTo>
                    <a:pt x="16238" y="21434"/>
                  </a:lnTo>
                  <a:lnTo>
                    <a:pt x="21820" y="21434"/>
                  </a:lnTo>
                  <a:lnTo>
                    <a:pt x="185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" name="Google Shape;116;p8"/>
            <p:cNvSpPr/>
            <p:nvPr/>
          </p:nvSpPr>
          <p:spPr>
            <a:xfrm>
              <a:off x="3556275" y="2315300"/>
              <a:ext cx="482600" cy="536375"/>
            </a:xfrm>
            <a:custGeom>
              <a:avLst/>
              <a:gdLst/>
              <a:ahLst/>
              <a:cxnLst/>
              <a:rect l="l" t="t" r="r" b="b"/>
              <a:pathLst>
                <a:path w="19304" h="21455" extrusionOk="0">
                  <a:moveTo>
                    <a:pt x="11935" y="0"/>
                  </a:moveTo>
                  <a:cubicBezTo>
                    <a:pt x="8891" y="0"/>
                    <a:pt x="6475" y="751"/>
                    <a:pt x="4709" y="2273"/>
                  </a:cubicBezTo>
                  <a:cubicBezTo>
                    <a:pt x="2740" y="3999"/>
                    <a:pt x="1320" y="6840"/>
                    <a:pt x="487" y="10819"/>
                  </a:cubicBezTo>
                  <a:cubicBezTo>
                    <a:pt x="81" y="12808"/>
                    <a:pt x="0" y="14533"/>
                    <a:pt x="264" y="15974"/>
                  </a:cubicBezTo>
                  <a:cubicBezTo>
                    <a:pt x="487" y="17091"/>
                    <a:pt x="893" y="18065"/>
                    <a:pt x="1523" y="18877"/>
                  </a:cubicBezTo>
                  <a:cubicBezTo>
                    <a:pt x="2862" y="20582"/>
                    <a:pt x="4973" y="21455"/>
                    <a:pt x="7896" y="21455"/>
                  </a:cubicBezTo>
                  <a:lnTo>
                    <a:pt x="14777" y="21455"/>
                  </a:lnTo>
                  <a:lnTo>
                    <a:pt x="15792" y="16624"/>
                  </a:lnTo>
                  <a:lnTo>
                    <a:pt x="8505" y="16624"/>
                  </a:lnTo>
                  <a:cubicBezTo>
                    <a:pt x="7328" y="16624"/>
                    <a:pt x="6536" y="16380"/>
                    <a:pt x="6171" y="15913"/>
                  </a:cubicBezTo>
                  <a:cubicBezTo>
                    <a:pt x="6008" y="15710"/>
                    <a:pt x="5887" y="15426"/>
                    <a:pt x="5826" y="15101"/>
                  </a:cubicBezTo>
                  <a:cubicBezTo>
                    <a:pt x="5724" y="14574"/>
                    <a:pt x="5744" y="13884"/>
                    <a:pt x="5866" y="13051"/>
                  </a:cubicBezTo>
                  <a:lnTo>
                    <a:pt x="16543" y="13051"/>
                  </a:lnTo>
                  <a:lnTo>
                    <a:pt x="17578" y="8180"/>
                  </a:lnTo>
                  <a:lnTo>
                    <a:pt x="7043" y="8180"/>
                  </a:lnTo>
                  <a:cubicBezTo>
                    <a:pt x="7937" y="5947"/>
                    <a:pt x="9418" y="4831"/>
                    <a:pt x="11550" y="4831"/>
                  </a:cubicBezTo>
                  <a:lnTo>
                    <a:pt x="18268" y="4831"/>
                  </a:lnTo>
                  <a:lnTo>
                    <a:pt x="193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" name="Google Shape;117;p8"/>
            <p:cNvSpPr/>
            <p:nvPr/>
          </p:nvSpPr>
          <p:spPr>
            <a:xfrm>
              <a:off x="4045450" y="2314175"/>
              <a:ext cx="246125" cy="284800"/>
            </a:xfrm>
            <a:custGeom>
              <a:avLst/>
              <a:gdLst/>
              <a:ahLst/>
              <a:cxnLst/>
              <a:rect l="l" t="t" r="r" b="b"/>
              <a:pathLst>
                <a:path w="9845" h="11392" extrusionOk="0">
                  <a:moveTo>
                    <a:pt x="1843" y="0"/>
                  </a:moveTo>
                  <a:cubicBezTo>
                    <a:pt x="1717" y="0"/>
                    <a:pt x="1606" y="56"/>
                    <a:pt x="1563" y="228"/>
                  </a:cubicBezTo>
                  <a:cubicBezTo>
                    <a:pt x="1543" y="248"/>
                    <a:pt x="1543" y="268"/>
                    <a:pt x="1543" y="309"/>
                  </a:cubicBezTo>
                  <a:cubicBezTo>
                    <a:pt x="1502" y="350"/>
                    <a:pt x="1462" y="390"/>
                    <a:pt x="1441" y="451"/>
                  </a:cubicBezTo>
                  <a:cubicBezTo>
                    <a:pt x="1319" y="938"/>
                    <a:pt x="0" y="7352"/>
                    <a:pt x="0" y="7900"/>
                  </a:cubicBezTo>
                  <a:cubicBezTo>
                    <a:pt x="0" y="8428"/>
                    <a:pt x="467" y="8692"/>
                    <a:pt x="1867" y="9971"/>
                  </a:cubicBezTo>
                  <a:cubicBezTo>
                    <a:pt x="2801" y="10823"/>
                    <a:pt x="3227" y="11229"/>
                    <a:pt x="3410" y="11391"/>
                  </a:cubicBezTo>
                  <a:cubicBezTo>
                    <a:pt x="3491" y="11351"/>
                    <a:pt x="3572" y="11310"/>
                    <a:pt x="3654" y="11270"/>
                  </a:cubicBezTo>
                  <a:cubicBezTo>
                    <a:pt x="5440" y="10174"/>
                    <a:pt x="7916" y="8895"/>
                    <a:pt x="9601" y="7697"/>
                  </a:cubicBezTo>
                  <a:cubicBezTo>
                    <a:pt x="9621" y="7697"/>
                    <a:pt x="9641" y="7677"/>
                    <a:pt x="9641" y="7677"/>
                  </a:cubicBezTo>
                  <a:lnTo>
                    <a:pt x="9641" y="7657"/>
                  </a:lnTo>
                  <a:cubicBezTo>
                    <a:pt x="9641" y="7657"/>
                    <a:pt x="9763" y="7372"/>
                    <a:pt x="9784" y="6987"/>
                  </a:cubicBezTo>
                  <a:cubicBezTo>
                    <a:pt x="9844" y="6520"/>
                    <a:pt x="9763" y="5891"/>
                    <a:pt x="9256" y="5464"/>
                  </a:cubicBezTo>
                  <a:cubicBezTo>
                    <a:pt x="8322" y="4713"/>
                    <a:pt x="2355" y="187"/>
                    <a:pt x="2355" y="187"/>
                  </a:cubicBezTo>
                  <a:cubicBezTo>
                    <a:pt x="2355" y="187"/>
                    <a:pt x="2074" y="0"/>
                    <a:pt x="18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" name="Google Shape;118;p8"/>
            <p:cNvSpPr/>
            <p:nvPr/>
          </p:nvSpPr>
          <p:spPr>
            <a:xfrm>
              <a:off x="4286475" y="2506075"/>
              <a:ext cx="235475" cy="376525"/>
            </a:xfrm>
            <a:custGeom>
              <a:avLst/>
              <a:gdLst/>
              <a:ahLst/>
              <a:cxnLst/>
              <a:rect l="l" t="t" r="r" b="b"/>
              <a:pathLst>
                <a:path w="9419" h="15061" extrusionOk="0">
                  <a:moveTo>
                    <a:pt x="1462" y="1"/>
                  </a:moveTo>
                  <a:cubicBezTo>
                    <a:pt x="1401" y="305"/>
                    <a:pt x="731" y="3594"/>
                    <a:pt x="203" y="6192"/>
                  </a:cubicBezTo>
                  <a:cubicBezTo>
                    <a:pt x="41" y="6922"/>
                    <a:pt x="0" y="7491"/>
                    <a:pt x="41" y="7917"/>
                  </a:cubicBezTo>
                  <a:lnTo>
                    <a:pt x="41" y="7937"/>
                  </a:lnTo>
                  <a:cubicBezTo>
                    <a:pt x="41" y="9318"/>
                    <a:pt x="650" y="9561"/>
                    <a:pt x="650" y="9561"/>
                  </a:cubicBezTo>
                  <a:cubicBezTo>
                    <a:pt x="650" y="9561"/>
                    <a:pt x="5907" y="13742"/>
                    <a:pt x="6760" y="14656"/>
                  </a:cubicBezTo>
                  <a:cubicBezTo>
                    <a:pt x="7036" y="14958"/>
                    <a:pt x="7271" y="15060"/>
                    <a:pt x="7464" y="15060"/>
                  </a:cubicBezTo>
                  <a:cubicBezTo>
                    <a:pt x="7866" y="15060"/>
                    <a:pt x="8079" y="14615"/>
                    <a:pt x="8079" y="14615"/>
                  </a:cubicBezTo>
                  <a:lnTo>
                    <a:pt x="8201" y="13986"/>
                  </a:lnTo>
                  <a:cubicBezTo>
                    <a:pt x="8201" y="13986"/>
                    <a:pt x="9074" y="9967"/>
                    <a:pt x="9378" y="8201"/>
                  </a:cubicBezTo>
                  <a:cubicBezTo>
                    <a:pt x="9419" y="7958"/>
                    <a:pt x="9419" y="7734"/>
                    <a:pt x="9398" y="7531"/>
                  </a:cubicBezTo>
                  <a:lnTo>
                    <a:pt x="9398" y="7511"/>
                  </a:lnTo>
                  <a:cubicBezTo>
                    <a:pt x="9398" y="5644"/>
                    <a:pt x="7409" y="4629"/>
                    <a:pt x="6130" y="3736"/>
                  </a:cubicBezTo>
                  <a:cubicBezTo>
                    <a:pt x="6069" y="3675"/>
                    <a:pt x="6009" y="3634"/>
                    <a:pt x="5948" y="3594"/>
                  </a:cubicBezTo>
                  <a:cubicBezTo>
                    <a:pt x="4608" y="2498"/>
                    <a:pt x="2680" y="1198"/>
                    <a:pt x="1482" y="21"/>
                  </a:cubicBezTo>
                  <a:cubicBezTo>
                    <a:pt x="1482" y="21"/>
                    <a:pt x="1462" y="1"/>
                    <a:pt x="14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" name="Google Shape;119;p8"/>
            <p:cNvSpPr/>
            <p:nvPr/>
          </p:nvSpPr>
          <p:spPr>
            <a:xfrm>
              <a:off x="4323000" y="2314175"/>
              <a:ext cx="280175" cy="285300"/>
            </a:xfrm>
            <a:custGeom>
              <a:avLst/>
              <a:gdLst/>
              <a:ahLst/>
              <a:cxnLst/>
              <a:rect l="l" t="t" r="r" b="b"/>
              <a:pathLst>
                <a:path w="11207" h="11412" extrusionOk="0">
                  <a:moveTo>
                    <a:pt x="2143" y="9477"/>
                  </a:moveTo>
                  <a:cubicBezTo>
                    <a:pt x="3062" y="10186"/>
                    <a:pt x="4036" y="10907"/>
                    <a:pt x="4284" y="11107"/>
                  </a:cubicBezTo>
                  <a:cubicBezTo>
                    <a:pt x="4284" y="11107"/>
                    <a:pt x="4284" y="11107"/>
                    <a:pt x="4285" y="11107"/>
                  </a:cubicBezTo>
                  <a:lnTo>
                    <a:pt x="4285" y="11107"/>
                  </a:lnTo>
                  <a:cubicBezTo>
                    <a:pt x="3639" y="10591"/>
                    <a:pt x="2882" y="10039"/>
                    <a:pt x="2143" y="9477"/>
                  </a:cubicBezTo>
                  <a:close/>
                  <a:moveTo>
                    <a:pt x="10986" y="0"/>
                  </a:moveTo>
                  <a:cubicBezTo>
                    <a:pt x="10750" y="0"/>
                    <a:pt x="10393" y="187"/>
                    <a:pt x="10393" y="187"/>
                  </a:cubicBezTo>
                  <a:cubicBezTo>
                    <a:pt x="10393" y="187"/>
                    <a:pt x="2538" y="4713"/>
                    <a:pt x="1300" y="5464"/>
                  </a:cubicBezTo>
                  <a:cubicBezTo>
                    <a:pt x="610" y="5891"/>
                    <a:pt x="285" y="6520"/>
                    <a:pt x="123" y="6987"/>
                  </a:cubicBezTo>
                  <a:cubicBezTo>
                    <a:pt x="1" y="7372"/>
                    <a:pt x="1" y="7657"/>
                    <a:pt x="1" y="7657"/>
                  </a:cubicBezTo>
                  <a:lnTo>
                    <a:pt x="1" y="7677"/>
                  </a:lnTo>
                  <a:cubicBezTo>
                    <a:pt x="1" y="7677"/>
                    <a:pt x="21" y="7697"/>
                    <a:pt x="21" y="7697"/>
                  </a:cubicBezTo>
                  <a:cubicBezTo>
                    <a:pt x="605" y="8281"/>
                    <a:pt x="1364" y="8885"/>
                    <a:pt x="2143" y="9477"/>
                  </a:cubicBezTo>
                  <a:lnTo>
                    <a:pt x="2143" y="9477"/>
                  </a:lnTo>
                  <a:cubicBezTo>
                    <a:pt x="1479" y="8966"/>
                    <a:pt x="843" y="8462"/>
                    <a:pt x="529" y="8164"/>
                  </a:cubicBezTo>
                  <a:cubicBezTo>
                    <a:pt x="549" y="8083"/>
                    <a:pt x="569" y="7291"/>
                    <a:pt x="610" y="7149"/>
                  </a:cubicBezTo>
                  <a:cubicBezTo>
                    <a:pt x="732" y="6764"/>
                    <a:pt x="995" y="6236"/>
                    <a:pt x="1564" y="5891"/>
                  </a:cubicBezTo>
                  <a:cubicBezTo>
                    <a:pt x="2782" y="5160"/>
                    <a:pt x="10474" y="715"/>
                    <a:pt x="10657" y="613"/>
                  </a:cubicBezTo>
                  <a:lnTo>
                    <a:pt x="10657" y="613"/>
                  </a:lnTo>
                  <a:cubicBezTo>
                    <a:pt x="10434" y="1852"/>
                    <a:pt x="9277" y="7230"/>
                    <a:pt x="9094" y="7697"/>
                  </a:cubicBezTo>
                  <a:cubicBezTo>
                    <a:pt x="8972" y="7961"/>
                    <a:pt x="8668" y="8184"/>
                    <a:pt x="7613" y="8854"/>
                  </a:cubicBezTo>
                  <a:cubicBezTo>
                    <a:pt x="7308" y="9037"/>
                    <a:pt x="6963" y="9280"/>
                    <a:pt x="6537" y="9565"/>
                  </a:cubicBezTo>
                  <a:cubicBezTo>
                    <a:pt x="5604" y="10173"/>
                    <a:pt x="4631" y="10882"/>
                    <a:pt x="4285" y="11107"/>
                  </a:cubicBezTo>
                  <a:lnTo>
                    <a:pt x="4285" y="11107"/>
                  </a:lnTo>
                  <a:cubicBezTo>
                    <a:pt x="4353" y="11161"/>
                    <a:pt x="4421" y="11216"/>
                    <a:pt x="4487" y="11270"/>
                  </a:cubicBezTo>
                  <a:cubicBezTo>
                    <a:pt x="4548" y="11310"/>
                    <a:pt x="4608" y="11351"/>
                    <a:pt x="4669" y="11412"/>
                  </a:cubicBezTo>
                  <a:lnTo>
                    <a:pt x="4669" y="11391"/>
                  </a:lnTo>
                  <a:cubicBezTo>
                    <a:pt x="4933" y="11229"/>
                    <a:pt x="5522" y="10823"/>
                    <a:pt x="6821" y="9971"/>
                  </a:cubicBezTo>
                  <a:cubicBezTo>
                    <a:pt x="8749" y="8692"/>
                    <a:pt x="9318" y="8428"/>
                    <a:pt x="9541" y="7900"/>
                  </a:cubicBezTo>
                  <a:cubicBezTo>
                    <a:pt x="9784" y="7352"/>
                    <a:pt x="11124" y="938"/>
                    <a:pt x="11185" y="451"/>
                  </a:cubicBezTo>
                  <a:cubicBezTo>
                    <a:pt x="11185" y="390"/>
                    <a:pt x="11185" y="350"/>
                    <a:pt x="11165" y="309"/>
                  </a:cubicBezTo>
                  <a:cubicBezTo>
                    <a:pt x="11165" y="268"/>
                    <a:pt x="11185" y="248"/>
                    <a:pt x="11185" y="228"/>
                  </a:cubicBezTo>
                  <a:cubicBezTo>
                    <a:pt x="11206" y="56"/>
                    <a:pt x="11114" y="0"/>
                    <a:pt x="109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" name="Google Shape;120;p8"/>
            <p:cNvSpPr/>
            <p:nvPr/>
          </p:nvSpPr>
          <p:spPr>
            <a:xfrm>
              <a:off x="3969325" y="2506075"/>
              <a:ext cx="317175" cy="376525"/>
            </a:xfrm>
            <a:custGeom>
              <a:avLst/>
              <a:gdLst/>
              <a:ahLst/>
              <a:cxnLst/>
              <a:rect l="l" t="t" r="r" b="b"/>
              <a:pathLst>
                <a:path w="12687" h="15061" extrusionOk="0">
                  <a:moveTo>
                    <a:pt x="11935" y="1097"/>
                  </a:moveTo>
                  <a:cubicBezTo>
                    <a:pt x="11672" y="2355"/>
                    <a:pt x="11225" y="4385"/>
                    <a:pt x="10880" y="6090"/>
                  </a:cubicBezTo>
                  <a:cubicBezTo>
                    <a:pt x="10758" y="6659"/>
                    <a:pt x="10596" y="7166"/>
                    <a:pt x="10413" y="7592"/>
                  </a:cubicBezTo>
                  <a:lnTo>
                    <a:pt x="10312" y="7673"/>
                  </a:lnTo>
                  <a:lnTo>
                    <a:pt x="10312" y="7795"/>
                  </a:lnTo>
                  <a:cubicBezTo>
                    <a:pt x="9865" y="8871"/>
                    <a:pt x="9358" y="9094"/>
                    <a:pt x="9337" y="9094"/>
                  </a:cubicBezTo>
                  <a:lnTo>
                    <a:pt x="9297" y="9115"/>
                  </a:lnTo>
                  <a:lnTo>
                    <a:pt x="9276" y="9135"/>
                  </a:lnTo>
                  <a:cubicBezTo>
                    <a:pt x="8992" y="9297"/>
                    <a:pt x="2233" y="13336"/>
                    <a:pt x="995" y="14250"/>
                  </a:cubicBezTo>
                  <a:cubicBezTo>
                    <a:pt x="772" y="14433"/>
                    <a:pt x="609" y="14493"/>
                    <a:pt x="528" y="14534"/>
                  </a:cubicBezTo>
                  <a:lnTo>
                    <a:pt x="609" y="14087"/>
                  </a:lnTo>
                  <a:cubicBezTo>
                    <a:pt x="630" y="14047"/>
                    <a:pt x="1421" y="10048"/>
                    <a:pt x="1848" y="8323"/>
                  </a:cubicBezTo>
                  <a:cubicBezTo>
                    <a:pt x="1908" y="8140"/>
                    <a:pt x="1969" y="7958"/>
                    <a:pt x="2051" y="7795"/>
                  </a:cubicBezTo>
                  <a:lnTo>
                    <a:pt x="2071" y="7755"/>
                  </a:lnTo>
                  <a:cubicBezTo>
                    <a:pt x="2335" y="7024"/>
                    <a:pt x="2923" y="6395"/>
                    <a:pt x="3898" y="5745"/>
                  </a:cubicBezTo>
                  <a:cubicBezTo>
                    <a:pt x="4547" y="5299"/>
                    <a:pt x="5258" y="4933"/>
                    <a:pt x="5927" y="4568"/>
                  </a:cubicBezTo>
                  <a:cubicBezTo>
                    <a:pt x="6212" y="4426"/>
                    <a:pt x="6455" y="4304"/>
                    <a:pt x="6699" y="4162"/>
                  </a:cubicBezTo>
                  <a:lnTo>
                    <a:pt x="6760" y="4142"/>
                  </a:lnTo>
                  <a:cubicBezTo>
                    <a:pt x="6820" y="4101"/>
                    <a:pt x="6881" y="4060"/>
                    <a:pt x="6942" y="4040"/>
                  </a:cubicBezTo>
                  <a:cubicBezTo>
                    <a:pt x="7571" y="3654"/>
                    <a:pt x="8241" y="3269"/>
                    <a:pt x="8972" y="2843"/>
                  </a:cubicBezTo>
                  <a:cubicBezTo>
                    <a:pt x="9987" y="2274"/>
                    <a:pt x="11022" y="1686"/>
                    <a:pt x="11935" y="1097"/>
                  </a:cubicBezTo>
                  <a:close/>
                  <a:moveTo>
                    <a:pt x="12686" y="1"/>
                  </a:moveTo>
                  <a:cubicBezTo>
                    <a:pt x="12666" y="1"/>
                    <a:pt x="12666" y="21"/>
                    <a:pt x="12646" y="21"/>
                  </a:cubicBezTo>
                  <a:cubicBezTo>
                    <a:pt x="10961" y="1219"/>
                    <a:pt x="8485" y="2498"/>
                    <a:pt x="6699" y="3594"/>
                  </a:cubicBezTo>
                  <a:cubicBezTo>
                    <a:pt x="6617" y="3634"/>
                    <a:pt x="6536" y="3675"/>
                    <a:pt x="6455" y="3715"/>
                  </a:cubicBezTo>
                  <a:cubicBezTo>
                    <a:pt x="5603" y="4203"/>
                    <a:pt x="4547" y="4690"/>
                    <a:pt x="3613" y="5319"/>
                  </a:cubicBezTo>
                  <a:cubicBezTo>
                    <a:pt x="2720" y="5928"/>
                    <a:pt x="1969" y="6638"/>
                    <a:pt x="1604" y="7572"/>
                  </a:cubicBezTo>
                  <a:cubicBezTo>
                    <a:pt x="1502" y="7775"/>
                    <a:pt x="1421" y="7978"/>
                    <a:pt x="1360" y="8201"/>
                  </a:cubicBezTo>
                  <a:cubicBezTo>
                    <a:pt x="914" y="9967"/>
                    <a:pt x="122" y="13986"/>
                    <a:pt x="122" y="13986"/>
                  </a:cubicBezTo>
                  <a:lnTo>
                    <a:pt x="0" y="14615"/>
                  </a:lnTo>
                  <a:cubicBezTo>
                    <a:pt x="0" y="14615"/>
                    <a:pt x="28" y="15060"/>
                    <a:pt x="429" y="15060"/>
                  </a:cubicBezTo>
                  <a:cubicBezTo>
                    <a:pt x="621" y="15060"/>
                    <a:pt x="898" y="14958"/>
                    <a:pt x="1300" y="14656"/>
                  </a:cubicBezTo>
                  <a:cubicBezTo>
                    <a:pt x="2538" y="13742"/>
                    <a:pt x="9520" y="9561"/>
                    <a:pt x="9520" y="9561"/>
                  </a:cubicBezTo>
                  <a:cubicBezTo>
                    <a:pt x="9520" y="9561"/>
                    <a:pt x="10230" y="9318"/>
                    <a:pt x="10819" y="7917"/>
                  </a:cubicBezTo>
                  <a:cubicBezTo>
                    <a:pt x="10819" y="7897"/>
                    <a:pt x="10819" y="7897"/>
                    <a:pt x="10819" y="7897"/>
                  </a:cubicBezTo>
                  <a:cubicBezTo>
                    <a:pt x="11022" y="7470"/>
                    <a:pt x="11205" y="6922"/>
                    <a:pt x="11367" y="6192"/>
                  </a:cubicBezTo>
                  <a:cubicBezTo>
                    <a:pt x="11915" y="3594"/>
                    <a:pt x="12626" y="305"/>
                    <a:pt x="126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" name="Google Shape;121;p8"/>
            <p:cNvSpPr/>
            <p:nvPr/>
          </p:nvSpPr>
          <p:spPr>
            <a:xfrm>
              <a:off x="2716950" y="2902900"/>
              <a:ext cx="1806025" cy="91875"/>
            </a:xfrm>
            <a:custGeom>
              <a:avLst/>
              <a:gdLst/>
              <a:ahLst/>
              <a:cxnLst/>
              <a:rect l="l" t="t" r="r" b="b"/>
              <a:pathLst>
                <a:path w="72241" h="3675" extrusionOk="0">
                  <a:moveTo>
                    <a:pt x="58072" y="833"/>
                  </a:moveTo>
                  <a:cubicBezTo>
                    <a:pt x="58296" y="833"/>
                    <a:pt x="58438" y="853"/>
                    <a:pt x="58519" y="894"/>
                  </a:cubicBezTo>
                  <a:cubicBezTo>
                    <a:pt x="58560" y="934"/>
                    <a:pt x="58580" y="995"/>
                    <a:pt x="58580" y="1097"/>
                  </a:cubicBezTo>
                  <a:cubicBezTo>
                    <a:pt x="58580" y="1259"/>
                    <a:pt x="58519" y="1361"/>
                    <a:pt x="58417" y="1421"/>
                  </a:cubicBezTo>
                  <a:cubicBezTo>
                    <a:pt x="58336" y="1442"/>
                    <a:pt x="58194" y="1462"/>
                    <a:pt x="57971" y="1462"/>
                  </a:cubicBezTo>
                  <a:lnTo>
                    <a:pt x="57240" y="1462"/>
                  </a:lnTo>
                  <a:lnTo>
                    <a:pt x="57240" y="833"/>
                  </a:lnTo>
                  <a:close/>
                  <a:moveTo>
                    <a:pt x="4913" y="1137"/>
                  </a:moveTo>
                  <a:lnTo>
                    <a:pt x="5258" y="1970"/>
                  </a:lnTo>
                  <a:lnTo>
                    <a:pt x="4568" y="1970"/>
                  </a:lnTo>
                  <a:lnTo>
                    <a:pt x="4913" y="1137"/>
                  </a:lnTo>
                  <a:close/>
                  <a:moveTo>
                    <a:pt x="22389" y="1137"/>
                  </a:moveTo>
                  <a:lnTo>
                    <a:pt x="22714" y="1970"/>
                  </a:lnTo>
                  <a:lnTo>
                    <a:pt x="22044" y="1970"/>
                  </a:lnTo>
                  <a:lnTo>
                    <a:pt x="22389" y="1137"/>
                  </a:lnTo>
                  <a:close/>
                  <a:moveTo>
                    <a:pt x="70150" y="1137"/>
                  </a:moveTo>
                  <a:lnTo>
                    <a:pt x="70495" y="1970"/>
                  </a:lnTo>
                  <a:lnTo>
                    <a:pt x="69804" y="1970"/>
                  </a:lnTo>
                  <a:lnTo>
                    <a:pt x="70150" y="1137"/>
                  </a:lnTo>
                  <a:close/>
                  <a:moveTo>
                    <a:pt x="18654" y="813"/>
                  </a:moveTo>
                  <a:cubicBezTo>
                    <a:pt x="18898" y="813"/>
                    <a:pt x="19060" y="853"/>
                    <a:pt x="19121" y="914"/>
                  </a:cubicBezTo>
                  <a:cubicBezTo>
                    <a:pt x="19162" y="955"/>
                    <a:pt x="19202" y="995"/>
                    <a:pt x="19223" y="1056"/>
                  </a:cubicBezTo>
                  <a:cubicBezTo>
                    <a:pt x="19304" y="1218"/>
                    <a:pt x="19345" y="1462"/>
                    <a:pt x="19345" y="1767"/>
                  </a:cubicBezTo>
                  <a:cubicBezTo>
                    <a:pt x="19345" y="2193"/>
                    <a:pt x="19284" y="2477"/>
                    <a:pt x="19162" y="2599"/>
                  </a:cubicBezTo>
                  <a:cubicBezTo>
                    <a:pt x="19060" y="2741"/>
                    <a:pt x="18837" y="2802"/>
                    <a:pt x="18512" y="2802"/>
                  </a:cubicBezTo>
                  <a:lnTo>
                    <a:pt x="17863" y="2802"/>
                  </a:lnTo>
                  <a:lnTo>
                    <a:pt x="17863" y="813"/>
                  </a:lnTo>
                  <a:close/>
                  <a:moveTo>
                    <a:pt x="26550" y="813"/>
                  </a:moveTo>
                  <a:cubicBezTo>
                    <a:pt x="26773" y="813"/>
                    <a:pt x="26936" y="853"/>
                    <a:pt x="27017" y="914"/>
                  </a:cubicBezTo>
                  <a:cubicBezTo>
                    <a:pt x="27058" y="955"/>
                    <a:pt x="27098" y="995"/>
                    <a:pt x="27119" y="1056"/>
                  </a:cubicBezTo>
                  <a:cubicBezTo>
                    <a:pt x="27200" y="1218"/>
                    <a:pt x="27220" y="1462"/>
                    <a:pt x="27220" y="1767"/>
                  </a:cubicBezTo>
                  <a:cubicBezTo>
                    <a:pt x="27220" y="2193"/>
                    <a:pt x="27159" y="2477"/>
                    <a:pt x="27058" y="2599"/>
                  </a:cubicBezTo>
                  <a:cubicBezTo>
                    <a:pt x="26936" y="2741"/>
                    <a:pt x="26733" y="2802"/>
                    <a:pt x="26408" y="2802"/>
                  </a:cubicBezTo>
                  <a:lnTo>
                    <a:pt x="25738" y="2802"/>
                  </a:lnTo>
                  <a:lnTo>
                    <a:pt x="25759" y="813"/>
                  </a:lnTo>
                  <a:close/>
                  <a:moveTo>
                    <a:pt x="36922" y="813"/>
                  </a:moveTo>
                  <a:cubicBezTo>
                    <a:pt x="37166" y="813"/>
                    <a:pt x="37328" y="853"/>
                    <a:pt x="37409" y="914"/>
                  </a:cubicBezTo>
                  <a:cubicBezTo>
                    <a:pt x="37450" y="955"/>
                    <a:pt x="37470" y="995"/>
                    <a:pt x="37511" y="1056"/>
                  </a:cubicBezTo>
                  <a:cubicBezTo>
                    <a:pt x="37572" y="1218"/>
                    <a:pt x="37612" y="1462"/>
                    <a:pt x="37612" y="1767"/>
                  </a:cubicBezTo>
                  <a:cubicBezTo>
                    <a:pt x="37612" y="2193"/>
                    <a:pt x="37552" y="2477"/>
                    <a:pt x="37450" y="2599"/>
                  </a:cubicBezTo>
                  <a:cubicBezTo>
                    <a:pt x="37328" y="2741"/>
                    <a:pt x="37125" y="2802"/>
                    <a:pt x="36801" y="2802"/>
                  </a:cubicBezTo>
                  <a:lnTo>
                    <a:pt x="36131" y="2802"/>
                  </a:lnTo>
                  <a:lnTo>
                    <a:pt x="36151" y="813"/>
                  </a:lnTo>
                  <a:close/>
                  <a:moveTo>
                    <a:pt x="1848" y="1"/>
                  </a:moveTo>
                  <a:cubicBezTo>
                    <a:pt x="1280" y="1"/>
                    <a:pt x="833" y="82"/>
                    <a:pt x="549" y="265"/>
                  </a:cubicBezTo>
                  <a:cubicBezTo>
                    <a:pt x="305" y="427"/>
                    <a:pt x="163" y="650"/>
                    <a:pt x="82" y="975"/>
                  </a:cubicBezTo>
                  <a:cubicBezTo>
                    <a:pt x="42" y="1158"/>
                    <a:pt x="21" y="1462"/>
                    <a:pt x="21" y="1909"/>
                  </a:cubicBezTo>
                  <a:lnTo>
                    <a:pt x="1" y="3634"/>
                  </a:lnTo>
                  <a:lnTo>
                    <a:pt x="1036" y="3634"/>
                  </a:lnTo>
                  <a:lnTo>
                    <a:pt x="1036" y="2233"/>
                  </a:lnTo>
                  <a:lnTo>
                    <a:pt x="3188" y="2233"/>
                  </a:lnTo>
                  <a:lnTo>
                    <a:pt x="3188" y="1421"/>
                  </a:lnTo>
                  <a:lnTo>
                    <a:pt x="1056" y="1421"/>
                  </a:lnTo>
                  <a:cubicBezTo>
                    <a:pt x="1158" y="1016"/>
                    <a:pt x="1422" y="813"/>
                    <a:pt x="1889" y="813"/>
                  </a:cubicBezTo>
                  <a:lnTo>
                    <a:pt x="3188" y="813"/>
                  </a:lnTo>
                  <a:lnTo>
                    <a:pt x="3188" y="1"/>
                  </a:lnTo>
                  <a:close/>
                  <a:moveTo>
                    <a:pt x="4405" y="1"/>
                  </a:moveTo>
                  <a:lnTo>
                    <a:pt x="2782" y="3634"/>
                  </a:lnTo>
                  <a:lnTo>
                    <a:pt x="3898" y="3634"/>
                  </a:lnTo>
                  <a:lnTo>
                    <a:pt x="4223" y="2822"/>
                  </a:lnTo>
                  <a:lnTo>
                    <a:pt x="5583" y="2822"/>
                  </a:lnTo>
                  <a:lnTo>
                    <a:pt x="5928" y="3634"/>
                  </a:lnTo>
                  <a:lnTo>
                    <a:pt x="7004" y="3634"/>
                  </a:lnTo>
                  <a:lnTo>
                    <a:pt x="5380" y="1"/>
                  </a:lnTo>
                  <a:close/>
                  <a:moveTo>
                    <a:pt x="8506" y="1"/>
                  </a:moveTo>
                  <a:cubicBezTo>
                    <a:pt x="7328" y="1"/>
                    <a:pt x="6740" y="610"/>
                    <a:pt x="6719" y="1827"/>
                  </a:cubicBezTo>
                  <a:cubicBezTo>
                    <a:pt x="6719" y="2172"/>
                    <a:pt x="6780" y="2457"/>
                    <a:pt x="6882" y="2700"/>
                  </a:cubicBezTo>
                  <a:cubicBezTo>
                    <a:pt x="6963" y="2883"/>
                    <a:pt x="7085" y="3066"/>
                    <a:pt x="7247" y="3187"/>
                  </a:cubicBezTo>
                  <a:cubicBezTo>
                    <a:pt x="7572" y="3492"/>
                    <a:pt x="8018" y="3634"/>
                    <a:pt x="8567" y="3634"/>
                  </a:cubicBezTo>
                  <a:lnTo>
                    <a:pt x="9926" y="3634"/>
                  </a:lnTo>
                  <a:lnTo>
                    <a:pt x="9926" y="2802"/>
                  </a:lnTo>
                  <a:lnTo>
                    <a:pt x="8506" y="2802"/>
                  </a:lnTo>
                  <a:cubicBezTo>
                    <a:pt x="8181" y="2802"/>
                    <a:pt x="7978" y="2700"/>
                    <a:pt x="7876" y="2497"/>
                  </a:cubicBezTo>
                  <a:cubicBezTo>
                    <a:pt x="7836" y="2416"/>
                    <a:pt x="7816" y="2294"/>
                    <a:pt x="7816" y="2172"/>
                  </a:cubicBezTo>
                  <a:cubicBezTo>
                    <a:pt x="7816" y="2030"/>
                    <a:pt x="7816" y="1929"/>
                    <a:pt x="7816" y="1868"/>
                  </a:cubicBezTo>
                  <a:cubicBezTo>
                    <a:pt x="7816" y="1523"/>
                    <a:pt x="7876" y="1279"/>
                    <a:pt x="7978" y="1117"/>
                  </a:cubicBezTo>
                  <a:cubicBezTo>
                    <a:pt x="8100" y="914"/>
                    <a:pt x="8323" y="813"/>
                    <a:pt x="8627" y="813"/>
                  </a:cubicBezTo>
                  <a:lnTo>
                    <a:pt x="9926" y="813"/>
                  </a:lnTo>
                  <a:lnTo>
                    <a:pt x="9947" y="1"/>
                  </a:lnTo>
                  <a:close/>
                  <a:moveTo>
                    <a:pt x="13925" y="1"/>
                  </a:moveTo>
                  <a:lnTo>
                    <a:pt x="13925" y="2091"/>
                  </a:lnTo>
                  <a:cubicBezTo>
                    <a:pt x="13925" y="2416"/>
                    <a:pt x="13966" y="2700"/>
                    <a:pt x="14067" y="2923"/>
                  </a:cubicBezTo>
                  <a:cubicBezTo>
                    <a:pt x="14270" y="3390"/>
                    <a:pt x="14757" y="3634"/>
                    <a:pt x="15488" y="3634"/>
                  </a:cubicBezTo>
                  <a:lnTo>
                    <a:pt x="16645" y="3634"/>
                  </a:lnTo>
                  <a:lnTo>
                    <a:pt x="16645" y="2842"/>
                  </a:lnTo>
                  <a:lnTo>
                    <a:pt x="15569" y="2842"/>
                  </a:lnTo>
                  <a:cubicBezTo>
                    <a:pt x="15285" y="2842"/>
                    <a:pt x="15102" y="2781"/>
                    <a:pt x="15021" y="2680"/>
                  </a:cubicBezTo>
                  <a:cubicBezTo>
                    <a:pt x="14960" y="2599"/>
                    <a:pt x="14940" y="2436"/>
                    <a:pt x="14940" y="2213"/>
                  </a:cubicBezTo>
                  <a:lnTo>
                    <a:pt x="14940" y="1"/>
                  </a:lnTo>
                  <a:close/>
                  <a:moveTo>
                    <a:pt x="16848" y="1"/>
                  </a:moveTo>
                  <a:lnTo>
                    <a:pt x="16828" y="3634"/>
                  </a:lnTo>
                  <a:lnTo>
                    <a:pt x="18675" y="3634"/>
                  </a:lnTo>
                  <a:cubicBezTo>
                    <a:pt x="19263" y="3634"/>
                    <a:pt x="19690" y="3512"/>
                    <a:pt x="19933" y="3289"/>
                  </a:cubicBezTo>
                  <a:cubicBezTo>
                    <a:pt x="20258" y="3005"/>
                    <a:pt x="20420" y="2477"/>
                    <a:pt x="20420" y="1726"/>
                  </a:cubicBezTo>
                  <a:cubicBezTo>
                    <a:pt x="20420" y="1381"/>
                    <a:pt x="20359" y="1097"/>
                    <a:pt x="20258" y="873"/>
                  </a:cubicBezTo>
                  <a:cubicBezTo>
                    <a:pt x="19994" y="285"/>
                    <a:pt x="19426" y="1"/>
                    <a:pt x="18553" y="1"/>
                  </a:cubicBezTo>
                  <a:close/>
                  <a:moveTo>
                    <a:pt x="21882" y="1"/>
                  </a:moveTo>
                  <a:lnTo>
                    <a:pt x="20258" y="3634"/>
                  </a:lnTo>
                  <a:lnTo>
                    <a:pt x="21374" y="3634"/>
                  </a:lnTo>
                  <a:lnTo>
                    <a:pt x="21699" y="2822"/>
                  </a:lnTo>
                  <a:lnTo>
                    <a:pt x="23059" y="2822"/>
                  </a:lnTo>
                  <a:lnTo>
                    <a:pt x="23384" y="3634"/>
                  </a:lnTo>
                  <a:lnTo>
                    <a:pt x="24480" y="3634"/>
                  </a:lnTo>
                  <a:lnTo>
                    <a:pt x="22856" y="1"/>
                  </a:lnTo>
                  <a:close/>
                  <a:moveTo>
                    <a:pt x="24723" y="1"/>
                  </a:moveTo>
                  <a:lnTo>
                    <a:pt x="24723" y="3634"/>
                  </a:lnTo>
                  <a:lnTo>
                    <a:pt x="26550" y="3634"/>
                  </a:lnTo>
                  <a:cubicBezTo>
                    <a:pt x="27159" y="3634"/>
                    <a:pt x="27565" y="3512"/>
                    <a:pt x="27829" y="3289"/>
                  </a:cubicBezTo>
                  <a:cubicBezTo>
                    <a:pt x="28133" y="3005"/>
                    <a:pt x="28296" y="2477"/>
                    <a:pt x="28296" y="1726"/>
                  </a:cubicBezTo>
                  <a:cubicBezTo>
                    <a:pt x="28316" y="1381"/>
                    <a:pt x="28255" y="1097"/>
                    <a:pt x="28154" y="873"/>
                  </a:cubicBezTo>
                  <a:cubicBezTo>
                    <a:pt x="27890" y="285"/>
                    <a:pt x="27322" y="1"/>
                    <a:pt x="26449" y="1"/>
                  </a:cubicBezTo>
                  <a:close/>
                  <a:moveTo>
                    <a:pt x="30407" y="1"/>
                  </a:moveTo>
                  <a:cubicBezTo>
                    <a:pt x="29818" y="1"/>
                    <a:pt x="29392" y="122"/>
                    <a:pt x="29108" y="386"/>
                  </a:cubicBezTo>
                  <a:cubicBezTo>
                    <a:pt x="28803" y="670"/>
                    <a:pt x="28641" y="1158"/>
                    <a:pt x="28641" y="1827"/>
                  </a:cubicBezTo>
                  <a:cubicBezTo>
                    <a:pt x="28641" y="2172"/>
                    <a:pt x="28681" y="2457"/>
                    <a:pt x="28803" y="2700"/>
                  </a:cubicBezTo>
                  <a:cubicBezTo>
                    <a:pt x="28884" y="2883"/>
                    <a:pt x="29006" y="3066"/>
                    <a:pt x="29148" y="3187"/>
                  </a:cubicBezTo>
                  <a:cubicBezTo>
                    <a:pt x="29473" y="3492"/>
                    <a:pt x="29920" y="3634"/>
                    <a:pt x="30488" y="3634"/>
                  </a:cubicBezTo>
                  <a:lnTo>
                    <a:pt x="31828" y="3634"/>
                  </a:lnTo>
                  <a:lnTo>
                    <a:pt x="31828" y="2802"/>
                  </a:lnTo>
                  <a:lnTo>
                    <a:pt x="30407" y="2802"/>
                  </a:lnTo>
                  <a:cubicBezTo>
                    <a:pt x="30183" y="2802"/>
                    <a:pt x="30021" y="2761"/>
                    <a:pt x="29940" y="2700"/>
                  </a:cubicBezTo>
                  <a:cubicBezTo>
                    <a:pt x="29899" y="2660"/>
                    <a:pt x="29859" y="2619"/>
                    <a:pt x="29838" y="2558"/>
                  </a:cubicBezTo>
                  <a:cubicBezTo>
                    <a:pt x="29798" y="2457"/>
                    <a:pt x="29778" y="2355"/>
                    <a:pt x="29757" y="2213"/>
                  </a:cubicBezTo>
                  <a:lnTo>
                    <a:pt x="31828" y="2213"/>
                  </a:lnTo>
                  <a:lnTo>
                    <a:pt x="31848" y="1381"/>
                  </a:lnTo>
                  <a:lnTo>
                    <a:pt x="29798" y="1381"/>
                  </a:lnTo>
                  <a:cubicBezTo>
                    <a:pt x="29879" y="995"/>
                    <a:pt x="30123" y="813"/>
                    <a:pt x="30529" y="813"/>
                  </a:cubicBezTo>
                  <a:lnTo>
                    <a:pt x="31848" y="813"/>
                  </a:lnTo>
                  <a:lnTo>
                    <a:pt x="31848" y="1"/>
                  </a:lnTo>
                  <a:close/>
                  <a:moveTo>
                    <a:pt x="35116" y="1"/>
                  </a:moveTo>
                  <a:lnTo>
                    <a:pt x="35096" y="3634"/>
                  </a:lnTo>
                  <a:lnTo>
                    <a:pt x="36943" y="3634"/>
                  </a:lnTo>
                  <a:cubicBezTo>
                    <a:pt x="37531" y="3634"/>
                    <a:pt x="37957" y="3512"/>
                    <a:pt x="38201" y="3289"/>
                  </a:cubicBezTo>
                  <a:cubicBezTo>
                    <a:pt x="38526" y="3005"/>
                    <a:pt x="38688" y="2477"/>
                    <a:pt x="38688" y="1726"/>
                  </a:cubicBezTo>
                  <a:cubicBezTo>
                    <a:pt x="38688" y="1381"/>
                    <a:pt x="38648" y="1097"/>
                    <a:pt x="38526" y="873"/>
                  </a:cubicBezTo>
                  <a:cubicBezTo>
                    <a:pt x="38282" y="285"/>
                    <a:pt x="37714" y="1"/>
                    <a:pt x="36821" y="1"/>
                  </a:cubicBezTo>
                  <a:close/>
                  <a:moveTo>
                    <a:pt x="40799" y="1"/>
                  </a:moveTo>
                  <a:cubicBezTo>
                    <a:pt x="40211" y="1"/>
                    <a:pt x="39784" y="122"/>
                    <a:pt x="39500" y="386"/>
                  </a:cubicBezTo>
                  <a:cubicBezTo>
                    <a:pt x="39175" y="670"/>
                    <a:pt x="39033" y="1158"/>
                    <a:pt x="39013" y="1827"/>
                  </a:cubicBezTo>
                  <a:cubicBezTo>
                    <a:pt x="39013" y="2172"/>
                    <a:pt x="39074" y="2457"/>
                    <a:pt x="39175" y="2700"/>
                  </a:cubicBezTo>
                  <a:cubicBezTo>
                    <a:pt x="39277" y="2883"/>
                    <a:pt x="39378" y="3066"/>
                    <a:pt x="39541" y="3187"/>
                  </a:cubicBezTo>
                  <a:cubicBezTo>
                    <a:pt x="39865" y="3492"/>
                    <a:pt x="40312" y="3634"/>
                    <a:pt x="40880" y="3634"/>
                  </a:cubicBezTo>
                  <a:lnTo>
                    <a:pt x="42220" y="3634"/>
                  </a:lnTo>
                  <a:lnTo>
                    <a:pt x="42220" y="2802"/>
                  </a:lnTo>
                  <a:lnTo>
                    <a:pt x="40799" y="2802"/>
                  </a:lnTo>
                  <a:cubicBezTo>
                    <a:pt x="40576" y="2802"/>
                    <a:pt x="40413" y="2761"/>
                    <a:pt x="40312" y="2700"/>
                  </a:cubicBezTo>
                  <a:cubicBezTo>
                    <a:pt x="40271" y="2660"/>
                    <a:pt x="40251" y="2619"/>
                    <a:pt x="40231" y="2558"/>
                  </a:cubicBezTo>
                  <a:cubicBezTo>
                    <a:pt x="40190" y="2457"/>
                    <a:pt x="40150" y="2355"/>
                    <a:pt x="40150" y="2213"/>
                  </a:cubicBezTo>
                  <a:lnTo>
                    <a:pt x="42220" y="2213"/>
                  </a:lnTo>
                  <a:lnTo>
                    <a:pt x="42220" y="1381"/>
                  </a:lnTo>
                  <a:lnTo>
                    <a:pt x="40190" y="1381"/>
                  </a:lnTo>
                  <a:cubicBezTo>
                    <a:pt x="40271" y="995"/>
                    <a:pt x="40515" y="813"/>
                    <a:pt x="40921" y="813"/>
                  </a:cubicBezTo>
                  <a:lnTo>
                    <a:pt x="42240" y="813"/>
                  </a:lnTo>
                  <a:lnTo>
                    <a:pt x="42240" y="1"/>
                  </a:lnTo>
                  <a:close/>
                  <a:moveTo>
                    <a:pt x="47051" y="1"/>
                  </a:moveTo>
                  <a:cubicBezTo>
                    <a:pt x="46462" y="1"/>
                    <a:pt x="46016" y="122"/>
                    <a:pt x="45752" y="386"/>
                  </a:cubicBezTo>
                  <a:cubicBezTo>
                    <a:pt x="45427" y="670"/>
                    <a:pt x="45265" y="1158"/>
                    <a:pt x="45265" y="1827"/>
                  </a:cubicBezTo>
                  <a:cubicBezTo>
                    <a:pt x="45265" y="2172"/>
                    <a:pt x="45326" y="2457"/>
                    <a:pt x="45427" y="2700"/>
                  </a:cubicBezTo>
                  <a:cubicBezTo>
                    <a:pt x="45508" y="2883"/>
                    <a:pt x="45630" y="3066"/>
                    <a:pt x="45792" y="3187"/>
                  </a:cubicBezTo>
                  <a:cubicBezTo>
                    <a:pt x="46117" y="3492"/>
                    <a:pt x="46564" y="3634"/>
                    <a:pt x="47112" y="3634"/>
                  </a:cubicBezTo>
                  <a:lnTo>
                    <a:pt x="48472" y="3634"/>
                  </a:lnTo>
                  <a:lnTo>
                    <a:pt x="48472" y="2802"/>
                  </a:lnTo>
                  <a:lnTo>
                    <a:pt x="47051" y="2802"/>
                  </a:lnTo>
                  <a:cubicBezTo>
                    <a:pt x="46807" y="2802"/>
                    <a:pt x="46665" y="2761"/>
                    <a:pt x="46564" y="2700"/>
                  </a:cubicBezTo>
                  <a:cubicBezTo>
                    <a:pt x="46523" y="2660"/>
                    <a:pt x="46482" y="2619"/>
                    <a:pt x="46462" y="2558"/>
                  </a:cubicBezTo>
                  <a:cubicBezTo>
                    <a:pt x="46422" y="2457"/>
                    <a:pt x="46401" y="2355"/>
                    <a:pt x="46401" y="2213"/>
                  </a:cubicBezTo>
                  <a:lnTo>
                    <a:pt x="48472" y="2213"/>
                  </a:lnTo>
                  <a:lnTo>
                    <a:pt x="48472" y="1381"/>
                  </a:lnTo>
                  <a:lnTo>
                    <a:pt x="46422" y="1381"/>
                  </a:lnTo>
                  <a:cubicBezTo>
                    <a:pt x="46503" y="995"/>
                    <a:pt x="46746" y="813"/>
                    <a:pt x="47152" y="813"/>
                  </a:cubicBezTo>
                  <a:lnTo>
                    <a:pt x="48472" y="813"/>
                  </a:lnTo>
                  <a:lnTo>
                    <a:pt x="48492" y="1"/>
                  </a:lnTo>
                  <a:close/>
                  <a:moveTo>
                    <a:pt x="48796" y="1"/>
                  </a:moveTo>
                  <a:lnTo>
                    <a:pt x="50035" y="1767"/>
                  </a:lnTo>
                  <a:lnTo>
                    <a:pt x="48654" y="3634"/>
                  </a:lnTo>
                  <a:lnTo>
                    <a:pt x="49933" y="3634"/>
                  </a:lnTo>
                  <a:lnTo>
                    <a:pt x="50643" y="2578"/>
                  </a:lnTo>
                  <a:lnTo>
                    <a:pt x="51334" y="3634"/>
                  </a:lnTo>
                  <a:lnTo>
                    <a:pt x="52470" y="3634"/>
                  </a:lnTo>
                  <a:lnTo>
                    <a:pt x="51212" y="1807"/>
                  </a:lnTo>
                  <a:lnTo>
                    <a:pt x="52470" y="1"/>
                  </a:lnTo>
                  <a:lnTo>
                    <a:pt x="51232" y="1"/>
                  </a:lnTo>
                  <a:lnTo>
                    <a:pt x="50583" y="955"/>
                  </a:lnTo>
                  <a:lnTo>
                    <a:pt x="49913" y="1"/>
                  </a:lnTo>
                  <a:close/>
                  <a:moveTo>
                    <a:pt x="52612" y="1"/>
                  </a:moveTo>
                  <a:lnTo>
                    <a:pt x="52592" y="833"/>
                  </a:lnTo>
                  <a:lnTo>
                    <a:pt x="53749" y="833"/>
                  </a:lnTo>
                  <a:lnTo>
                    <a:pt x="53729" y="3634"/>
                  </a:lnTo>
                  <a:lnTo>
                    <a:pt x="54784" y="3634"/>
                  </a:lnTo>
                  <a:lnTo>
                    <a:pt x="54805" y="833"/>
                  </a:lnTo>
                  <a:lnTo>
                    <a:pt x="55961" y="833"/>
                  </a:lnTo>
                  <a:lnTo>
                    <a:pt x="55961" y="1"/>
                  </a:lnTo>
                  <a:close/>
                  <a:moveTo>
                    <a:pt x="56225" y="1"/>
                  </a:moveTo>
                  <a:lnTo>
                    <a:pt x="56205" y="3634"/>
                  </a:lnTo>
                  <a:lnTo>
                    <a:pt x="57240" y="3634"/>
                  </a:lnTo>
                  <a:lnTo>
                    <a:pt x="57240" y="2294"/>
                  </a:lnTo>
                  <a:lnTo>
                    <a:pt x="57930" y="2294"/>
                  </a:lnTo>
                  <a:lnTo>
                    <a:pt x="58722" y="3634"/>
                  </a:lnTo>
                  <a:lnTo>
                    <a:pt x="59798" y="3634"/>
                  </a:lnTo>
                  <a:lnTo>
                    <a:pt x="58925" y="2172"/>
                  </a:lnTo>
                  <a:cubicBezTo>
                    <a:pt x="59371" y="2030"/>
                    <a:pt x="59595" y="1685"/>
                    <a:pt x="59595" y="1178"/>
                  </a:cubicBezTo>
                  <a:cubicBezTo>
                    <a:pt x="59595" y="975"/>
                    <a:pt x="59554" y="792"/>
                    <a:pt x="59493" y="630"/>
                  </a:cubicBezTo>
                  <a:cubicBezTo>
                    <a:pt x="59311" y="204"/>
                    <a:pt x="58864" y="1"/>
                    <a:pt x="58154" y="1"/>
                  </a:cubicBezTo>
                  <a:close/>
                  <a:moveTo>
                    <a:pt x="61685" y="1"/>
                  </a:moveTo>
                  <a:cubicBezTo>
                    <a:pt x="61097" y="1"/>
                    <a:pt x="60671" y="122"/>
                    <a:pt x="60386" y="386"/>
                  </a:cubicBezTo>
                  <a:cubicBezTo>
                    <a:pt x="60082" y="670"/>
                    <a:pt x="59920" y="1158"/>
                    <a:pt x="59920" y="1827"/>
                  </a:cubicBezTo>
                  <a:cubicBezTo>
                    <a:pt x="59920" y="2172"/>
                    <a:pt x="59960" y="2457"/>
                    <a:pt x="60082" y="2700"/>
                  </a:cubicBezTo>
                  <a:cubicBezTo>
                    <a:pt x="60163" y="2883"/>
                    <a:pt x="60285" y="3066"/>
                    <a:pt x="60427" y="3187"/>
                  </a:cubicBezTo>
                  <a:cubicBezTo>
                    <a:pt x="60752" y="3492"/>
                    <a:pt x="61198" y="3634"/>
                    <a:pt x="61767" y="3634"/>
                  </a:cubicBezTo>
                  <a:lnTo>
                    <a:pt x="63106" y="3634"/>
                  </a:lnTo>
                  <a:lnTo>
                    <a:pt x="63106" y="2802"/>
                  </a:lnTo>
                  <a:lnTo>
                    <a:pt x="61685" y="2802"/>
                  </a:lnTo>
                  <a:cubicBezTo>
                    <a:pt x="61462" y="2802"/>
                    <a:pt x="61300" y="2761"/>
                    <a:pt x="61198" y="2700"/>
                  </a:cubicBezTo>
                  <a:cubicBezTo>
                    <a:pt x="61178" y="2660"/>
                    <a:pt x="61137" y="2619"/>
                    <a:pt x="61117" y="2558"/>
                  </a:cubicBezTo>
                  <a:cubicBezTo>
                    <a:pt x="61076" y="2457"/>
                    <a:pt x="61056" y="2355"/>
                    <a:pt x="61036" y="2213"/>
                  </a:cubicBezTo>
                  <a:lnTo>
                    <a:pt x="63106" y="2213"/>
                  </a:lnTo>
                  <a:lnTo>
                    <a:pt x="63127" y="1381"/>
                  </a:lnTo>
                  <a:lnTo>
                    <a:pt x="61076" y="1381"/>
                  </a:lnTo>
                  <a:cubicBezTo>
                    <a:pt x="61158" y="995"/>
                    <a:pt x="61401" y="813"/>
                    <a:pt x="61807" y="813"/>
                  </a:cubicBezTo>
                  <a:lnTo>
                    <a:pt x="63127" y="813"/>
                  </a:lnTo>
                  <a:lnTo>
                    <a:pt x="63127" y="1"/>
                  </a:lnTo>
                  <a:close/>
                  <a:moveTo>
                    <a:pt x="63472" y="1"/>
                  </a:moveTo>
                  <a:lnTo>
                    <a:pt x="63451" y="3634"/>
                  </a:lnTo>
                  <a:lnTo>
                    <a:pt x="64405" y="3634"/>
                  </a:lnTo>
                  <a:lnTo>
                    <a:pt x="64426" y="1604"/>
                  </a:lnTo>
                  <a:lnTo>
                    <a:pt x="65136" y="3634"/>
                  </a:lnTo>
                  <a:lnTo>
                    <a:pt x="66131" y="3634"/>
                  </a:lnTo>
                  <a:lnTo>
                    <a:pt x="66800" y="1746"/>
                  </a:lnTo>
                  <a:lnTo>
                    <a:pt x="66800" y="3634"/>
                  </a:lnTo>
                  <a:lnTo>
                    <a:pt x="67754" y="3634"/>
                  </a:lnTo>
                  <a:lnTo>
                    <a:pt x="67754" y="1"/>
                  </a:lnTo>
                  <a:lnTo>
                    <a:pt x="66415" y="1"/>
                  </a:lnTo>
                  <a:lnTo>
                    <a:pt x="65583" y="2335"/>
                  </a:lnTo>
                  <a:lnTo>
                    <a:pt x="64791" y="1"/>
                  </a:lnTo>
                  <a:close/>
                  <a:moveTo>
                    <a:pt x="69642" y="1"/>
                  </a:moveTo>
                  <a:lnTo>
                    <a:pt x="68018" y="3634"/>
                  </a:lnTo>
                  <a:lnTo>
                    <a:pt x="69135" y="3634"/>
                  </a:lnTo>
                  <a:lnTo>
                    <a:pt x="69459" y="2822"/>
                  </a:lnTo>
                  <a:lnTo>
                    <a:pt x="70819" y="2822"/>
                  </a:lnTo>
                  <a:lnTo>
                    <a:pt x="71164" y="3634"/>
                  </a:lnTo>
                  <a:lnTo>
                    <a:pt x="72240" y="3634"/>
                  </a:lnTo>
                  <a:lnTo>
                    <a:pt x="70616" y="1"/>
                  </a:lnTo>
                  <a:close/>
                  <a:moveTo>
                    <a:pt x="10150" y="1"/>
                  </a:moveTo>
                  <a:lnTo>
                    <a:pt x="10150" y="2233"/>
                  </a:lnTo>
                  <a:cubicBezTo>
                    <a:pt x="10150" y="2538"/>
                    <a:pt x="10190" y="2781"/>
                    <a:pt x="10272" y="2964"/>
                  </a:cubicBezTo>
                  <a:cubicBezTo>
                    <a:pt x="10292" y="3005"/>
                    <a:pt x="10312" y="3045"/>
                    <a:pt x="10332" y="3086"/>
                  </a:cubicBezTo>
                  <a:cubicBezTo>
                    <a:pt x="10596" y="3472"/>
                    <a:pt x="11104" y="3674"/>
                    <a:pt x="11895" y="3674"/>
                  </a:cubicBezTo>
                  <a:cubicBezTo>
                    <a:pt x="12545" y="3674"/>
                    <a:pt x="13012" y="3512"/>
                    <a:pt x="13276" y="3208"/>
                  </a:cubicBezTo>
                  <a:cubicBezTo>
                    <a:pt x="13438" y="3025"/>
                    <a:pt x="13519" y="2680"/>
                    <a:pt x="13519" y="2233"/>
                  </a:cubicBezTo>
                  <a:lnTo>
                    <a:pt x="13519" y="1"/>
                  </a:lnTo>
                  <a:lnTo>
                    <a:pt x="12504" y="1"/>
                  </a:lnTo>
                  <a:lnTo>
                    <a:pt x="12504" y="2112"/>
                  </a:lnTo>
                  <a:cubicBezTo>
                    <a:pt x="12504" y="2416"/>
                    <a:pt x="12443" y="2619"/>
                    <a:pt x="12342" y="2741"/>
                  </a:cubicBezTo>
                  <a:cubicBezTo>
                    <a:pt x="12240" y="2842"/>
                    <a:pt x="12058" y="2903"/>
                    <a:pt x="11774" y="2903"/>
                  </a:cubicBezTo>
                  <a:cubicBezTo>
                    <a:pt x="11469" y="2903"/>
                    <a:pt x="11266" y="2822"/>
                    <a:pt x="11205" y="2680"/>
                  </a:cubicBezTo>
                  <a:cubicBezTo>
                    <a:pt x="11185" y="2599"/>
                    <a:pt x="11165" y="2457"/>
                    <a:pt x="11165" y="2213"/>
                  </a:cubicBezTo>
                  <a:lnTo>
                    <a:pt x="111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lt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 txBox="1">
            <a:spLocks noGrp="1"/>
          </p:cNvSpPr>
          <p:nvPr>
            <p:ph type="body" idx="1"/>
          </p:nvPr>
        </p:nvSpPr>
        <p:spPr>
          <a:xfrm>
            <a:off x="1632000" y="4365950"/>
            <a:ext cx="66723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4D84"/>
              </a:buClr>
              <a:buSzPts val="1000"/>
              <a:buNone/>
              <a:defRPr sz="1000">
                <a:solidFill>
                  <a:srgbClr val="124D84"/>
                </a:solidFill>
              </a:defRPr>
            </a:lvl1pPr>
          </a:lstStyle>
          <a:p>
            <a:endParaRPr/>
          </a:p>
        </p:txBody>
      </p:sp>
      <p:sp>
        <p:nvSpPr>
          <p:cNvPr id="124" name="Google Shape;124;p9"/>
          <p:cNvSpPr txBox="1">
            <a:spLocks noGrp="1"/>
          </p:cNvSpPr>
          <p:nvPr>
            <p:ph type="sldNum" idx="12"/>
          </p:nvPr>
        </p:nvSpPr>
        <p:spPr>
          <a:xfrm>
            <a:off x="8364458" y="4531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124D84"/>
                </a:solidFill>
              </a:defRPr>
            </a:lvl1pPr>
            <a:lvl2pPr lvl="1">
              <a:buNone/>
              <a:defRPr>
                <a:solidFill>
                  <a:srgbClr val="124D84"/>
                </a:solidFill>
              </a:defRPr>
            </a:lvl2pPr>
            <a:lvl3pPr lvl="2">
              <a:buNone/>
              <a:defRPr>
                <a:solidFill>
                  <a:srgbClr val="124D84"/>
                </a:solidFill>
              </a:defRPr>
            </a:lvl3pPr>
            <a:lvl4pPr lvl="3">
              <a:buNone/>
              <a:defRPr>
                <a:solidFill>
                  <a:srgbClr val="124D84"/>
                </a:solidFill>
              </a:defRPr>
            </a:lvl4pPr>
            <a:lvl5pPr lvl="4">
              <a:buNone/>
              <a:defRPr>
                <a:solidFill>
                  <a:srgbClr val="124D84"/>
                </a:solidFill>
              </a:defRPr>
            </a:lvl5pPr>
            <a:lvl6pPr lvl="5">
              <a:buNone/>
              <a:defRPr>
                <a:solidFill>
                  <a:srgbClr val="124D84"/>
                </a:solidFill>
              </a:defRPr>
            </a:lvl6pPr>
            <a:lvl7pPr lvl="6">
              <a:buNone/>
              <a:defRPr>
                <a:solidFill>
                  <a:srgbClr val="124D84"/>
                </a:solidFill>
              </a:defRPr>
            </a:lvl7pPr>
            <a:lvl8pPr lvl="7">
              <a:buNone/>
              <a:defRPr>
                <a:solidFill>
                  <a:srgbClr val="124D84"/>
                </a:solidFill>
              </a:defRPr>
            </a:lvl8pPr>
            <a:lvl9pPr lvl="8">
              <a:buNone/>
              <a:defRPr>
                <a:solidFill>
                  <a:srgbClr val="124D84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  <p:grpSp>
        <p:nvGrpSpPr>
          <p:cNvPr id="125" name="Google Shape;125;p9"/>
          <p:cNvGrpSpPr/>
          <p:nvPr/>
        </p:nvGrpSpPr>
        <p:grpSpPr>
          <a:xfrm>
            <a:off x="391080" y="4431036"/>
            <a:ext cx="1023843" cy="393611"/>
            <a:chOff x="2716950" y="2269625"/>
            <a:chExt cx="1886225" cy="725150"/>
          </a:xfrm>
        </p:grpSpPr>
        <p:sp>
          <p:nvSpPr>
            <p:cNvPr id="126" name="Google Shape;126;p9"/>
            <p:cNvSpPr/>
            <p:nvPr/>
          </p:nvSpPr>
          <p:spPr>
            <a:xfrm>
              <a:off x="4267700" y="2269625"/>
              <a:ext cx="151250" cy="148200"/>
            </a:xfrm>
            <a:custGeom>
              <a:avLst/>
              <a:gdLst/>
              <a:ahLst/>
              <a:cxnLst/>
              <a:rect l="l" t="t" r="r" b="b"/>
              <a:pathLst>
                <a:path w="6050" h="5928" extrusionOk="0">
                  <a:moveTo>
                    <a:pt x="3126" y="0"/>
                  </a:moveTo>
                  <a:cubicBezTo>
                    <a:pt x="1482" y="0"/>
                    <a:pt x="102" y="1320"/>
                    <a:pt x="61" y="2964"/>
                  </a:cubicBezTo>
                  <a:cubicBezTo>
                    <a:pt x="0" y="4608"/>
                    <a:pt x="1279" y="5927"/>
                    <a:pt x="2923" y="5927"/>
                  </a:cubicBezTo>
                  <a:cubicBezTo>
                    <a:pt x="4567" y="5927"/>
                    <a:pt x="5927" y="4608"/>
                    <a:pt x="5988" y="2964"/>
                  </a:cubicBezTo>
                  <a:cubicBezTo>
                    <a:pt x="6049" y="1320"/>
                    <a:pt x="4750" y="0"/>
                    <a:pt x="31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" name="Google Shape;127;p9"/>
            <p:cNvSpPr/>
            <p:nvPr/>
          </p:nvSpPr>
          <p:spPr>
            <a:xfrm>
              <a:off x="2721025" y="2315300"/>
              <a:ext cx="592200" cy="535875"/>
            </a:xfrm>
            <a:custGeom>
              <a:avLst/>
              <a:gdLst/>
              <a:ahLst/>
              <a:cxnLst/>
              <a:rect l="l" t="t" r="r" b="b"/>
              <a:pathLst>
                <a:path w="23688" h="21435" extrusionOk="0">
                  <a:moveTo>
                    <a:pt x="14675" y="0"/>
                  </a:moveTo>
                  <a:cubicBezTo>
                    <a:pt x="11671" y="0"/>
                    <a:pt x="9276" y="548"/>
                    <a:pt x="7531" y="1624"/>
                  </a:cubicBezTo>
                  <a:cubicBezTo>
                    <a:pt x="6069" y="2537"/>
                    <a:pt x="4933" y="3917"/>
                    <a:pt x="4100" y="5805"/>
                  </a:cubicBezTo>
                  <a:cubicBezTo>
                    <a:pt x="3613" y="6901"/>
                    <a:pt x="3065" y="8708"/>
                    <a:pt x="2456" y="11265"/>
                  </a:cubicBezTo>
                  <a:lnTo>
                    <a:pt x="0" y="21434"/>
                  </a:lnTo>
                  <a:lnTo>
                    <a:pt x="5339" y="21434"/>
                  </a:lnTo>
                  <a:lnTo>
                    <a:pt x="7328" y="13193"/>
                  </a:lnTo>
                  <a:cubicBezTo>
                    <a:pt x="10474" y="13153"/>
                    <a:pt x="12422" y="13295"/>
                    <a:pt x="15244" y="11549"/>
                  </a:cubicBezTo>
                  <a:cubicBezTo>
                    <a:pt x="16441" y="10819"/>
                    <a:pt x="17416" y="9763"/>
                    <a:pt x="18187" y="8403"/>
                  </a:cubicBezTo>
                  <a:lnTo>
                    <a:pt x="8566" y="8403"/>
                  </a:lnTo>
                  <a:cubicBezTo>
                    <a:pt x="9581" y="6028"/>
                    <a:pt x="11306" y="4851"/>
                    <a:pt x="13742" y="4851"/>
                  </a:cubicBezTo>
                  <a:lnTo>
                    <a:pt x="20440" y="4851"/>
                  </a:lnTo>
                  <a:lnTo>
                    <a:pt x="236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" name="Google Shape;128;p9"/>
            <p:cNvSpPr/>
            <p:nvPr/>
          </p:nvSpPr>
          <p:spPr>
            <a:xfrm>
              <a:off x="3015850" y="2315300"/>
              <a:ext cx="545525" cy="535875"/>
            </a:xfrm>
            <a:custGeom>
              <a:avLst/>
              <a:gdLst/>
              <a:ahLst/>
              <a:cxnLst/>
              <a:rect l="l" t="t" r="r" b="b"/>
              <a:pathLst>
                <a:path w="21821" h="21435" extrusionOk="0">
                  <a:moveTo>
                    <a:pt x="14472" y="6719"/>
                  </a:moveTo>
                  <a:lnTo>
                    <a:pt x="15061" y="11671"/>
                  </a:lnTo>
                  <a:lnTo>
                    <a:pt x="11529" y="11671"/>
                  </a:lnTo>
                  <a:lnTo>
                    <a:pt x="14472" y="6719"/>
                  </a:lnTo>
                  <a:close/>
                  <a:moveTo>
                    <a:pt x="13478" y="0"/>
                  </a:moveTo>
                  <a:lnTo>
                    <a:pt x="0" y="21434"/>
                  </a:lnTo>
                  <a:cubicBezTo>
                    <a:pt x="2274" y="21272"/>
                    <a:pt x="4121" y="20744"/>
                    <a:pt x="5541" y="19851"/>
                  </a:cubicBezTo>
                  <a:cubicBezTo>
                    <a:pt x="6759" y="19120"/>
                    <a:pt x="7754" y="18045"/>
                    <a:pt x="8525" y="16644"/>
                  </a:cubicBezTo>
                  <a:lnTo>
                    <a:pt x="15650" y="16644"/>
                  </a:lnTo>
                  <a:lnTo>
                    <a:pt x="16238" y="21434"/>
                  </a:lnTo>
                  <a:lnTo>
                    <a:pt x="21820" y="21434"/>
                  </a:lnTo>
                  <a:lnTo>
                    <a:pt x="185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" name="Google Shape;129;p9"/>
            <p:cNvSpPr/>
            <p:nvPr/>
          </p:nvSpPr>
          <p:spPr>
            <a:xfrm>
              <a:off x="3556275" y="2315300"/>
              <a:ext cx="482600" cy="536375"/>
            </a:xfrm>
            <a:custGeom>
              <a:avLst/>
              <a:gdLst/>
              <a:ahLst/>
              <a:cxnLst/>
              <a:rect l="l" t="t" r="r" b="b"/>
              <a:pathLst>
                <a:path w="19304" h="21455" extrusionOk="0">
                  <a:moveTo>
                    <a:pt x="11935" y="0"/>
                  </a:moveTo>
                  <a:cubicBezTo>
                    <a:pt x="8891" y="0"/>
                    <a:pt x="6475" y="751"/>
                    <a:pt x="4709" y="2273"/>
                  </a:cubicBezTo>
                  <a:cubicBezTo>
                    <a:pt x="2740" y="3999"/>
                    <a:pt x="1320" y="6840"/>
                    <a:pt x="487" y="10819"/>
                  </a:cubicBezTo>
                  <a:cubicBezTo>
                    <a:pt x="81" y="12808"/>
                    <a:pt x="0" y="14533"/>
                    <a:pt x="264" y="15974"/>
                  </a:cubicBezTo>
                  <a:cubicBezTo>
                    <a:pt x="487" y="17091"/>
                    <a:pt x="893" y="18065"/>
                    <a:pt x="1523" y="18877"/>
                  </a:cubicBezTo>
                  <a:cubicBezTo>
                    <a:pt x="2862" y="20582"/>
                    <a:pt x="4973" y="21455"/>
                    <a:pt x="7896" y="21455"/>
                  </a:cubicBezTo>
                  <a:lnTo>
                    <a:pt x="14777" y="21455"/>
                  </a:lnTo>
                  <a:lnTo>
                    <a:pt x="15792" y="16624"/>
                  </a:lnTo>
                  <a:lnTo>
                    <a:pt x="8505" y="16624"/>
                  </a:lnTo>
                  <a:cubicBezTo>
                    <a:pt x="7328" y="16624"/>
                    <a:pt x="6536" y="16380"/>
                    <a:pt x="6171" y="15913"/>
                  </a:cubicBezTo>
                  <a:cubicBezTo>
                    <a:pt x="6008" y="15710"/>
                    <a:pt x="5887" y="15426"/>
                    <a:pt x="5826" y="15101"/>
                  </a:cubicBezTo>
                  <a:cubicBezTo>
                    <a:pt x="5724" y="14574"/>
                    <a:pt x="5744" y="13884"/>
                    <a:pt x="5866" y="13051"/>
                  </a:cubicBezTo>
                  <a:lnTo>
                    <a:pt x="16543" y="13051"/>
                  </a:lnTo>
                  <a:lnTo>
                    <a:pt x="17578" y="8180"/>
                  </a:lnTo>
                  <a:lnTo>
                    <a:pt x="7043" y="8180"/>
                  </a:lnTo>
                  <a:cubicBezTo>
                    <a:pt x="7937" y="5947"/>
                    <a:pt x="9418" y="4831"/>
                    <a:pt x="11550" y="4831"/>
                  </a:cubicBezTo>
                  <a:lnTo>
                    <a:pt x="18268" y="4831"/>
                  </a:lnTo>
                  <a:lnTo>
                    <a:pt x="193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" name="Google Shape;130;p9"/>
            <p:cNvSpPr/>
            <p:nvPr/>
          </p:nvSpPr>
          <p:spPr>
            <a:xfrm>
              <a:off x="4045450" y="2314175"/>
              <a:ext cx="246125" cy="284800"/>
            </a:xfrm>
            <a:custGeom>
              <a:avLst/>
              <a:gdLst/>
              <a:ahLst/>
              <a:cxnLst/>
              <a:rect l="l" t="t" r="r" b="b"/>
              <a:pathLst>
                <a:path w="9845" h="11392" extrusionOk="0">
                  <a:moveTo>
                    <a:pt x="1843" y="0"/>
                  </a:moveTo>
                  <a:cubicBezTo>
                    <a:pt x="1717" y="0"/>
                    <a:pt x="1606" y="56"/>
                    <a:pt x="1563" y="228"/>
                  </a:cubicBezTo>
                  <a:cubicBezTo>
                    <a:pt x="1543" y="248"/>
                    <a:pt x="1543" y="268"/>
                    <a:pt x="1543" y="309"/>
                  </a:cubicBezTo>
                  <a:cubicBezTo>
                    <a:pt x="1502" y="350"/>
                    <a:pt x="1462" y="390"/>
                    <a:pt x="1441" y="451"/>
                  </a:cubicBezTo>
                  <a:cubicBezTo>
                    <a:pt x="1319" y="938"/>
                    <a:pt x="0" y="7352"/>
                    <a:pt x="0" y="7900"/>
                  </a:cubicBezTo>
                  <a:cubicBezTo>
                    <a:pt x="0" y="8428"/>
                    <a:pt x="467" y="8692"/>
                    <a:pt x="1867" y="9971"/>
                  </a:cubicBezTo>
                  <a:cubicBezTo>
                    <a:pt x="2801" y="10823"/>
                    <a:pt x="3227" y="11229"/>
                    <a:pt x="3410" y="11391"/>
                  </a:cubicBezTo>
                  <a:cubicBezTo>
                    <a:pt x="3491" y="11351"/>
                    <a:pt x="3572" y="11310"/>
                    <a:pt x="3654" y="11270"/>
                  </a:cubicBezTo>
                  <a:cubicBezTo>
                    <a:pt x="5440" y="10174"/>
                    <a:pt x="7916" y="8895"/>
                    <a:pt x="9601" y="7697"/>
                  </a:cubicBezTo>
                  <a:cubicBezTo>
                    <a:pt x="9621" y="7697"/>
                    <a:pt x="9641" y="7677"/>
                    <a:pt x="9641" y="7677"/>
                  </a:cubicBezTo>
                  <a:lnTo>
                    <a:pt x="9641" y="7657"/>
                  </a:lnTo>
                  <a:cubicBezTo>
                    <a:pt x="9641" y="7657"/>
                    <a:pt x="9763" y="7372"/>
                    <a:pt x="9784" y="6987"/>
                  </a:cubicBezTo>
                  <a:cubicBezTo>
                    <a:pt x="9844" y="6520"/>
                    <a:pt x="9763" y="5891"/>
                    <a:pt x="9256" y="5464"/>
                  </a:cubicBezTo>
                  <a:cubicBezTo>
                    <a:pt x="8322" y="4713"/>
                    <a:pt x="2355" y="187"/>
                    <a:pt x="2355" y="187"/>
                  </a:cubicBezTo>
                  <a:cubicBezTo>
                    <a:pt x="2355" y="187"/>
                    <a:pt x="2074" y="0"/>
                    <a:pt x="18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" name="Google Shape;131;p9"/>
            <p:cNvSpPr/>
            <p:nvPr/>
          </p:nvSpPr>
          <p:spPr>
            <a:xfrm>
              <a:off x="4286475" y="2506075"/>
              <a:ext cx="235475" cy="376525"/>
            </a:xfrm>
            <a:custGeom>
              <a:avLst/>
              <a:gdLst/>
              <a:ahLst/>
              <a:cxnLst/>
              <a:rect l="l" t="t" r="r" b="b"/>
              <a:pathLst>
                <a:path w="9419" h="15061" extrusionOk="0">
                  <a:moveTo>
                    <a:pt x="1462" y="1"/>
                  </a:moveTo>
                  <a:cubicBezTo>
                    <a:pt x="1401" y="305"/>
                    <a:pt x="731" y="3594"/>
                    <a:pt x="203" y="6192"/>
                  </a:cubicBezTo>
                  <a:cubicBezTo>
                    <a:pt x="41" y="6922"/>
                    <a:pt x="0" y="7491"/>
                    <a:pt x="41" y="7917"/>
                  </a:cubicBezTo>
                  <a:lnTo>
                    <a:pt x="41" y="7937"/>
                  </a:lnTo>
                  <a:cubicBezTo>
                    <a:pt x="41" y="9318"/>
                    <a:pt x="650" y="9561"/>
                    <a:pt x="650" y="9561"/>
                  </a:cubicBezTo>
                  <a:cubicBezTo>
                    <a:pt x="650" y="9561"/>
                    <a:pt x="5907" y="13742"/>
                    <a:pt x="6760" y="14656"/>
                  </a:cubicBezTo>
                  <a:cubicBezTo>
                    <a:pt x="7036" y="14958"/>
                    <a:pt x="7271" y="15060"/>
                    <a:pt x="7464" y="15060"/>
                  </a:cubicBezTo>
                  <a:cubicBezTo>
                    <a:pt x="7866" y="15060"/>
                    <a:pt x="8079" y="14615"/>
                    <a:pt x="8079" y="14615"/>
                  </a:cubicBezTo>
                  <a:lnTo>
                    <a:pt x="8201" y="13986"/>
                  </a:lnTo>
                  <a:cubicBezTo>
                    <a:pt x="8201" y="13986"/>
                    <a:pt x="9074" y="9967"/>
                    <a:pt x="9378" y="8201"/>
                  </a:cubicBezTo>
                  <a:cubicBezTo>
                    <a:pt x="9419" y="7958"/>
                    <a:pt x="9419" y="7734"/>
                    <a:pt x="9398" y="7531"/>
                  </a:cubicBezTo>
                  <a:lnTo>
                    <a:pt x="9398" y="7511"/>
                  </a:lnTo>
                  <a:cubicBezTo>
                    <a:pt x="9398" y="5644"/>
                    <a:pt x="7409" y="4629"/>
                    <a:pt x="6130" y="3736"/>
                  </a:cubicBezTo>
                  <a:cubicBezTo>
                    <a:pt x="6069" y="3675"/>
                    <a:pt x="6009" y="3634"/>
                    <a:pt x="5948" y="3594"/>
                  </a:cubicBezTo>
                  <a:cubicBezTo>
                    <a:pt x="4608" y="2498"/>
                    <a:pt x="2680" y="1198"/>
                    <a:pt x="1482" y="21"/>
                  </a:cubicBezTo>
                  <a:cubicBezTo>
                    <a:pt x="1482" y="21"/>
                    <a:pt x="1462" y="1"/>
                    <a:pt x="14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" name="Google Shape;132;p9"/>
            <p:cNvSpPr/>
            <p:nvPr/>
          </p:nvSpPr>
          <p:spPr>
            <a:xfrm>
              <a:off x="4323000" y="2314175"/>
              <a:ext cx="280175" cy="285300"/>
            </a:xfrm>
            <a:custGeom>
              <a:avLst/>
              <a:gdLst/>
              <a:ahLst/>
              <a:cxnLst/>
              <a:rect l="l" t="t" r="r" b="b"/>
              <a:pathLst>
                <a:path w="11207" h="11412" extrusionOk="0">
                  <a:moveTo>
                    <a:pt x="2143" y="9477"/>
                  </a:moveTo>
                  <a:cubicBezTo>
                    <a:pt x="3062" y="10186"/>
                    <a:pt x="4036" y="10907"/>
                    <a:pt x="4284" y="11107"/>
                  </a:cubicBezTo>
                  <a:cubicBezTo>
                    <a:pt x="4284" y="11107"/>
                    <a:pt x="4284" y="11107"/>
                    <a:pt x="4285" y="11107"/>
                  </a:cubicBezTo>
                  <a:lnTo>
                    <a:pt x="4285" y="11107"/>
                  </a:lnTo>
                  <a:cubicBezTo>
                    <a:pt x="3639" y="10591"/>
                    <a:pt x="2882" y="10039"/>
                    <a:pt x="2143" y="9477"/>
                  </a:cubicBezTo>
                  <a:close/>
                  <a:moveTo>
                    <a:pt x="10986" y="0"/>
                  </a:moveTo>
                  <a:cubicBezTo>
                    <a:pt x="10750" y="0"/>
                    <a:pt x="10393" y="187"/>
                    <a:pt x="10393" y="187"/>
                  </a:cubicBezTo>
                  <a:cubicBezTo>
                    <a:pt x="10393" y="187"/>
                    <a:pt x="2538" y="4713"/>
                    <a:pt x="1300" y="5464"/>
                  </a:cubicBezTo>
                  <a:cubicBezTo>
                    <a:pt x="610" y="5891"/>
                    <a:pt x="285" y="6520"/>
                    <a:pt x="123" y="6987"/>
                  </a:cubicBezTo>
                  <a:cubicBezTo>
                    <a:pt x="1" y="7372"/>
                    <a:pt x="1" y="7657"/>
                    <a:pt x="1" y="7657"/>
                  </a:cubicBezTo>
                  <a:lnTo>
                    <a:pt x="1" y="7677"/>
                  </a:lnTo>
                  <a:cubicBezTo>
                    <a:pt x="1" y="7677"/>
                    <a:pt x="21" y="7697"/>
                    <a:pt x="21" y="7697"/>
                  </a:cubicBezTo>
                  <a:cubicBezTo>
                    <a:pt x="605" y="8281"/>
                    <a:pt x="1364" y="8885"/>
                    <a:pt x="2143" y="9477"/>
                  </a:cubicBezTo>
                  <a:lnTo>
                    <a:pt x="2143" y="9477"/>
                  </a:lnTo>
                  <a:cubicBezTo>
                    <a:pt x="1479" y="8966"/>
                    <a:pt x="843" y="8462"/>
                    <a:pt x="529" y="8164"/>
                  </a:cubicBezTo>
                  <a:cubicBezTo>
                    <a:pt x="549" y="8083"/>
                    <a:pt x="569" y="7291"/>
                    <a:pt x="610" y="7149"/>
                  </a:cubicBezTo>
                  <a:cubicBezTo>
                    <a:pt x="732" y="6764"/>
                    <a:pt x="995" y="6236"/>
                    <a:pt x="1564" y="5891"/>
                  </a:cubicBezTo>
                  <a:cubicBezTo>
                    <a:pt x="2782" y="5160"/>
                    <a:pt x="10474" y="715"/>
                    <a:pt x="10657" y="613"/>
                  </a:cubicBezTo>
                  <a:lnTo>
                    <a:pt x="10657" y="613"/>
                  </a:lnTo>
                  <a:cubicBezTo>
                    <a:pt x="10434" y="1852"/>
                    <a:pt x="9277" y="7230"/>
                    <a:pt x="9094" y="7697"/>
                  </a:cubicBezTo>
                  <a:cubicBezTo>
                    <a:pt x="8972" y="7961"/>
                    <a:pt x="8668" y="8184"/>
                    <a:pt x="7613" y="8854"/>
                  </a:cubicBezTo>
                  <a:cubicBezTo>
                    <a:pt x="7308" y="9037"/>
                    <a:pt x="6963" y="9280"/>
                    <a:pt x="6537" y="9565"/>
                  </a:cubicBezTo>
                  <a:cubicBezTo>
                    <a:pt x="5604" y="10173"/>
                    <a:pt x="4631" y="10882"/>
                    <a:pt x="4285" y="11107"/>
                  </a:cubicBezTo>
                  <a:lnTo>
                    <a:pt x="4285" y="11107"/>
                  </a:lnTo>
                  <a:cubicBezTo>
                    <a:pt x="4353" y="11161"/>
                    <a:pt x="4421" y="11216"/>
                    <a:pt x="4487" y="11270"/>
                  </a:cubicBezTo>
                  <a:cubicBezTo>
                    <a:pt x="4548" y="11310"/>
                    <a:pt x="4608" y="11351"/>
                    <a:pt x="4669" y="11412"/>
                  </a:cubicBezTo>
                  <a:lnTo>
                    <a:pt x="4669" y="11391"/>
                  </a:lnTo>
                  <a:cubicBezTo>
                    <a:pt x="4933" y="11229"/>
                    <a:pt x="5522" y="10823"/>
                    <a:pt x="6821" y="9971"/>
                  </a:cubicBezTo>
                  <a:cubicBezTo>
                    <a:pt x="8749" y="8692"/>
                    <a:pt x="9318" y="8428"/>
                    <a:pt x="9541" y="7900"/>
                  </a:cubicBezTo>
                  <a:cubicBezTo>
                    <a:pt x="9784" y="7352"/>
                    <a:pt x="11124" y="938"/>
                    <a:pt x="11185" y="451"/>
                  </a:cubicBezTo>
                  <a:cubicBezTo>
                    <a:pt x="11185" y="390"/>
                    <a:pt x="11185" y="350"/>
                    <a:pt x="11165" y="309"/>
                  </a:cubicBezTo>
                  <a:cubicBezTo>
                    <a:pt x="11165" y="268"/>
                    <a:pt x="11185" y="248"/>
                    <a:pt x="11185" y="228"/>
                  </a:cubicBezTo>
                  <a:cubicBezTo>
                    <a:pt x="11206" y="56"/>
                    <a:pt x="11114" y="0"/>
                    <a:pt x="109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" name="Google Shape;133;p9"/>
            <p:cNvSpPr/>
            <p:nvPr/>
          </p:nvSpPr>
          <p:spPr>
            <a:xfrm>
              <a:off x="3969325" y="2506075"/>
              <a:ext cx="317175" cy="376525"/>
            </a:xfrm>
            <a:custGeom>
              <a:avLst/>
              <a:gdLst/>
              <a:ahLst/>
              <a:cxnLst/>
              <a:rect l="l" t="t" r="r" b="b"/>
              <a:pathLst>
                <a:path w="12687" h="15061" extrusionOk="0">
                  <a:moveTo>
                    <a:pt x="11935" y="1097"/>
                  </a:moveTo>
                  <a:cubicBezTo>
                    <a:pt x="11672" y="2355"/>
                    <a:pt x="11225" y="4385"/>
                    <a:pt x="10880" y="6090"/>
                  </a:cubicBezTo>
                  <a:cubicBezTo>
                    <a:pt x="10758" y="6659"/>
                    <a:pt x="10596" y="7166"/>
                    <a:pt x="10413" y="7592"/>
                  </a:cubicBezTo>
                  <a:lnTo>
                    <a:pt x="10312" y="7673"/>
                  </a:lnTo>
                  <a:lnTo>
                    <a:pt x="10312" y="7795"/>
                  </a:lnTo>
                  <a:cubicBezTo>
                    <a:pt x="9865" y="8871"/>
                    <a:pt x="9358" y="9094"/>
                    <a:pt x="9337" y="9094"/>
                  </a:cubicBezTo>
                  <a:lnTo>
                    <a:pt x="9297" y="9115"/>
                  </a:lnTo>
                  <a:lnTo>
                    <a:pt x="9276" y="9135"/>
                  </a:lnTo>
                  <a:cubicBezTo>
                    <a:pt x="8992" y="9297"/>
                    <a:pt x="2233" y="13336"/>
                    <a:pt x="995" y="14250"/>
                  </a:cubicBezTo>
                  <a:cubicBezTo>
                    <a:pt x="772" y="14433"/>
                    <a:pt x="609" y="14493"/>
                    <a:pt x="528" y="14534"/>
                  </a:cubicBezTo>
                  <a:lnTo>
                    <a:pt x="609" y="14087"/>
                  </a:lnTo>
                  <a:cubicBezTo>
                    <a:pt x="630" y="14047"/>
                    <a:pt x="1421" y="10048"/>
                    <a:pt x="1848" y="8323"/>
                  </a:cubicBezTo>
                  <a:cubicBezTo>
                    <a:pt x="1908" y="8140"/>
                    <a:pt x="1969" y="7958"/>
                    <a:pt x="2051" y="7795"/>
                  </a:cubicBezTo>
                  <a:lnTo>
                    <a:pt x="2071" y="7755"/>
                  </a:lnTo>
                  <a:cubicBezTo>
                    <a:pt x="2335" y="7024"/>
                    <a:pt x="2923" y="6395"/>
                    <a:pt x="3898" y="5745"/>
                  </a:cubicBezTo>
                  <a:cubicBezTo>
                    <a:pt x="4547" y="5299"/>
                    <a:pt x="5258" y="4933"/>
                    <a:pt x="5927" y="4568"/>
                  </a:cubicBezTo>
                  <a:cubicBezTo>
                    <a:pt x="6212" y="4426"/>
                    <a:pt x="6455" y="4304"/>
                    <a:pt x="6699" y="4162"/>
                  </a:cubicBezTo>
                  <a:lnTo>
                    <a:pt x="6760" y="4142"/>
                  </a:lnTo>
                  <a:cubicBezTo>
                    <a:pt x="6820" y="4101"/>
                    <a:pt x="6881" y="4060"/>
                    <a:pt x="6942" y="4040"/>
                  </a:cubicBezTo>
                  <a:cubicBezTo>
                    <a:pt x="7571" y="3654"/>
                    <a:pt x="8241" y="3269"/>
                    <a:pt x="8972" y="2843"/>
                  </a:cubicBezTo>
                  <a:cubicBezTo>
                    <a:pt x="9987" y="2274"/>
                    <a:pt x="11022" y="1686"/>
                    <a:pt x="11935" y="1097"/>
                  </a:cubicBezTo>
                  <a:close/>
                  <a:moveTo>
                    <a:pt x="12686" y="1"/>
                  </a:moveTo>
                  <a:cubicBezTo>
                    <a:pt x="12666" y="1"/>
                    <a:pt x="12666" y="21"/>
                    <a:pt x="12646" y="21"/>
                  </a:cubicBezTo>
                  <a:cubicBezTo>
                    <a:pt x="10961" y="1219"/>
                    <a:pt x="8485" y="2498"/>
                    <a:pt x="6699" y="3594"/>
                  </a:cubicBezTo>
                  <a:cubicBezTo>
                    <a:pt x="6617" y="3634"/>
                    <a:pt x="6536" y="3675"/>
                    <a:pt x="6455" y="3715"/>
                  </a:cubicBezTo>
                  <a:cubicBezTo>
                    <a:pt x="5603" y="4203"/>
                    <a:pt x="4547" y="4690"/>
                    <a:pt x="3613" y="5319"/>
                  </a:cubicBezTo>
                  <a:cubicBezTo>
                    <a:pt x="2720" y="5928"/>
                    <a:pt x="1969" y="6638"/>
                    <a:pt x="1604" y="7572"/>
                  </a:cubicBezTo>
                  <a:cubicBezTo>
                    <a:pt x="1502" y="7775"/>
                    <a:pt x="1421" y="7978"/>
                    <a:pt x="1360" y="8201"/>
                  </a:cubicBezTo>
                  <a:cubicBezTo>
                    <a:pt x="914" y="9967"/>
                    <a:pt x="122" y="13986"/>
                    <a:pt x="122" y="13986"/>
                  </a:cubicBezTo>
                  <a:lnTo>
                    <a:pt x="0" y="14615"/>
                  </a:lnTo>
                  <a:cubicBezTo>
                    <a:pt x="0" y="14615"/>
                    <a:pt x="28" y="15060"/>
                    <a:pt x="429" y="15060"/>
                  </a:cubicBezTo>
                  <a:cubicBezTo>
                    <a:pt x="621" y="15060"/>
                    <a:pt x="898" y="14958"/>
                    <a:pt x="1300" y="14656"/>
                  </a:cubicBezTo>
                  <a:cubicBezTo>
                    <a:pt x="2538" y="13742"/>
                    <a:pt x="9520" y="9561"/>
                    <a:pt x="9520" y="9561"/>
                  </a:cubicBezTo>
                  <a:cubicBezTo>
                    <a:pt x="9520" y="9561"/>
                    <a:pt x="10230" y="9318"/>
                    <a:pt x="10819" y="7917"/>
                  </a:cubicBezTo>
                  <a:cubicBezTo>
                    <a:pt x="10819" y="7897"/>
                    <a:pt x="10819" y="7897"/>
                    <a:pt x="10819" y="7897"/>
                  </a:cubicBezTo>
                  <a:cubicBezTo>
                    <a:pt x="11022" y="7470"/>
                    <a:pt x="11205" y="6922"/>
                    <a:pt x="11367" y="6192"/>
                  </a:cubicBezTo>
                  <a:cubicBezTo>
                    <a:pt x="11915" y="3594"/>
                    <a:pt x="12626" y="305"/>
                    <a:pt x="126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" name="Google Shape;134;p9"/>
            <p:cNvSpPr/>
            <p:nvPr/>
          </p:nvSpPr>
          <p:spPr>
            <a:xfrm>
              <a:off x="2716950" y="2902900"/>
              <a:ext cx="1806025" cy="91875"/>
            </a:xfrm>
            <a:custGeom>
              <a:avLst/>
              <a:gdLst/>
              <a:ahLst/>
              <a:cxnLst/>
              <a:rect l="l" t="t" r="r" b="b"/>
              <a:pathLst>
                <a:path w="72241" h="3675" extrusionOk="0">
                  <a:moveTo>
                    <a:pt x="58072" y="833"/>
                  </a:moveTo>
                  <a:cubicBezTo>
                    <a:pt x="58296" y="833"/>
                    <a:pt x="58438" y="853"/>
                    <a:pt x="58519" y="894"/>
                  </a:cubicBezTo>
                  <a:cubicBezTo>
                    <a:pt x="58560" y="934"/>
                    <a:pt x="58580" y="995"/>
                    <a:pt x="58580" y="1097"/>
                  </a:cubicBezTo>
                  <a:cubicBezTo>
                    <a:pt x="58580" y="1259"/>
                    <a:pt x="58519" y="1361"/>
                    <a:pt x="58417" y="1421"/>
                  </a:cubicBezTo>
                  <a:cubicBezTo>
                    <a:pt x="58336" y="1442"/>
                    <a:pt x="58194" y="1462"/>
                    <a:pt x="57971" y="1462"/>
                  </a:cubicBezTo>
                  <a:lnTo>
                    <a:pt x="57240" y="1462"/>
                  </a:lnTo>
                  <a:lnTo>
                    <a:pt x="57240" y="833"/>
                  </a:lnTo>
                  <a:close/>
                  <a:moveTo>
                    <a:pt x="4913" y="1137"/>
                  </a:moveTo>
                  <a:lnTo>
                    <a:pt x="5258" y="1970"/>
                  </a:lnTo>
                  <a:lnTo>
                    <a:pt x="4568" y="1970"/>
                  </a:lnTo>
                  <a:lnTo>
                    <a:pt x="4913" y="1137"/>
                  </a:lnTo>
                  <a:close/>
                  <a:moveTo>
                    <a:pt x="22389" y="1137"/>
                  </a:moveTo>
                  <a:lnTo>
                    <a:pt x="22714" y="1970"/>
                  </a:lnTo>
                  <a:lnTo>
                    <a:pt x="22044" y="1970"/>
                  </a:lnTo>
                  <a:lnTo>
                    <a:pt x="22389" y="1137"/>
                  </a:lnTo>
                  <a:close/>
                  <a:moveTo>
                    <a:pt x="70150" y="1137"/>
                  </a:moveTo>
                  <a:lnTo>
                    <a:pt x="70495" y="1970"/>
                  </a:lnTo>
                  <a:lnTo>
                    <a:pt x="69804" y="1970"/>
                  </a:lnTo>
                  <a:lnTo>
                    <a:pt x="70150" y="1137"/>
                  </a:lnTo>
                  <a:close/>
                  <a:moveTo>
                    <a:pt x="18654" y="813"/>
                  </a:moveTo>
                  <a:cubicBezTo>
                    <a:pt x="18898" y="813"/>
                    <a:pt x="19060" y="853"/>
                    <a:pt x="19121" y="914"/>
                  </a:cubicBezTo>
                  <a:cubicBezTo>
                    <a:pt x="19162" y="955"/>
                    <a:pt x="19202" y="995"/>
                    <a:pt x="19223" y="1056"/>
                  </a:cubicBezTo>
                  <a:cubicBezTo>
                    <a:pt x="19304" y="1218"/>
                    <a:pt x="19345" y="1462"/>
                    <a:pt x="19345" y="1767"/>
                  </a:cubicBezTo>
                  <a:cubicBezTo>
                    <a:pt x="19345" y="2193"/>
                    <a:pt x="19284" y="2477"/>
                    <a:pt x="19162" y="2599"/>
                  </a:cubicBezTo>
                  <a:cubicBezTo>
                    <a:pt x="19060" y="2741"/>
                    <a:pt x="18837" y="2802"/>
                    <a:pt x="18512" y="2802"/>
                  </a:cubicBezTo>
                  <a:lnTo>
                    <a:pt x="17863" y="2802"/>
                  </a:lnTo>
                  <a:lnTo>
                    <a:pt x="17863" y="813"/>
                  </a:lnTo>
                  <a:close/>
                  <a:moveTo>
                    <a:pt x="26550" y="813"/>
                  </a:moveTo>
                  <a:cubicBezTo>
                    <a:pt x="26773" y="813"/>
                    <a:pt x="26936" y="853"/>
                    <a:pt x="27017" y="914"/>
                  </a:cubicBezTo>
                  <a:cubicBezTo>
                    <a:pt x="27058" y="955"/>
                    <a:pt x="27098" y="995"/>
                    <a:pt x="27119" y="1056"/>
                  </a:cubicBezTo>
                  <a:cubicBezTo>
                    <a:pt x="27200" y="1218"/>
                    <a:pt x="27220" y="1462"/>
                    <a:pt x="27220" y="1767"/>
                  </a:cubicBezTo>
                  <a:cubicBezTo>
                    <a:pt x="27220" y="2193"/>
                    <a:pt x="27159" y="2477"/>
                    <a:pt x="27058" y="2599"/>
                  </a:cubicBezTo>
                  <a:cubicBezTo>
                    <a:pt x="26936" y="2741"/>
                    <a:pt x="26733" y="2802"/>
                    <a:pt x="26408" y="2802"/>
                  </a:cubicBezTo>
                  <a:lnTo>
                    <a:pt x="25738" y="2802"/>
                  </a:lnTo>
                  <a:lnTo>
                    <a:pt x="25759" y="813"/>
                  </a:lnTo>
                  <a:close/>
                  <a:moveTo>
                    <a:pt x="36922" y="813"/>
                  </a:moveTo>
                  <a:cubicBezTo>
                    <a:pt x="37166" y="813"/>
                    <a:pt x="37328" y="853"/>
                    <a:pt x="37409" y="914"/>
                  </a:cubicBezTo>
                  <a:cubicBezTo>
                    <a:pt x="37450" y="955"/>
                    <a:pt x="37470" y="995"/>
                    <a:pt x="37511" y="1056"/>
                  </a:cubicBezTo>
                  <a:cubicBezTo>
                    <a:pt x="37572" y="1218"/>
                    <a:pt x="37612" y="1462"/>
                    <a:pt x="37612" y="1767"/>
                  </a:cubicBezTo>
                  <a:cubicBezTo>
                    <a:pt x="37612" y="2193"/>
                    <a:pt x="37552" y="2477"/>
                    <a:pt x="37450" y="2599"/>
                  </a:cubicBezTo>
                  <a:cubicBezTo>
                    <a:pt x="37328" y="2741"/>
                    <a:pt x="37125" y="2802"/>
                    <a:pt x="36801" y="2802"/>
                  </a:cubicBezTo>
                  <a:lnTo>
                    <a:pt x="36131" y="2802"/>
                  </a:lnTo>
                  <a:lnTo>
                    <a:pt x="36151" y="813"/>
                  </a:lnTo>
                  <a:close/>
                  <a:moveTo>
                    <a:pt x="1848" y="1"/>
                  </a:moveTo>
                  <a:cubicBezTo>
                    <a:pt x="1280" y="1"/>
                    <a:pt x="833" y="82"/>
                    <a:pt x="549" y="265"/>
                  </a:cubicBezTo>
                  <a:cubicBezTo>
                    <a:pt x="305" y="427"/>
                    <a:pt x="163" y="650"/>
                    <a:pt x="82" y="975"/>
                  </a:cubicBezTo>
                  <a:cubicBezTo>
                    <a:pt x="42" y="1158"/>
                    <a:pt x="21" y="1462"/>
                    <a:pt x="21" y="1909"/>
                  </a:cubicBezTo>
                  <a:lnTo>
                    <a:pt x="1" y="3634"/>
                  </a:lnTo>
                  <a:lnTo>
                    <a:pt x="1036" y="3634"/>
                  </a:lnTo>
                  <a:lnTo>
                    <a:pt x="1036" y="2233"/>
                  </a:lnTo>
                  <a:lnTo>
                    <a:pt x="3188" y="2233"/>
                  </a:lnTo>
                  <a:lnTo>
                    <a:pt x="3188" y="1421"/>
                  </a:lnTo>
                  <a:lnTo>
                    <a:pt x="1056" y="1421"/>
                  </a:lnTo>
                  <a:cubicBezTo>
                    <a:pt x="1158" y="1016"/>
                    <a:pt x="1422" y="813"/>
                    <a:pt x="1889" y="813"/>
                  </a:cubicBezTo>
                  <a:lnTo>
                    <a:pt x="3188" y="813"/>
                  </a:lnTo>
                  <a:lnTo>
                    <a:pt x="3188" y="1"/>
                  </a:lnTo>
                  <a:close/>
                  <a:moveTo>
                    <a:pt x="4405" y="1"/>
                  </a:moveTo>
                  <a:lnTo>
                    <a:pt x="2782" y="3634"/>
                  </a:lnTo>
                  <a:lnTo>
                    <a:pt x="3898" y="3634"/>
                  </a:lnTo>
                  <a:lnTo>
                    <a:pt x="4223" y="2822"/>
                  </a:lnTo>
                  <a:lnTo>
                    <a:pt x="5583" y="2822"/>
                  </a:lnTo>
                  <a:lnTo>
                    <a:pt x="5928" y="3634"/>
                  </a:lnTo>
                  <a:lnTo>
                    <a:pt x="7004" y="3634"/>
                  </a:lnTo>
                  <a:lnTo>
                    <a:pt x="5380" y="1"/>
                  </a:lnTo>
                  <a:close/>
                  <a:moveTo>
                    <a:pt x="8506" y="1"/>
                  </a:moveTo>
                  <a:cubicBezTo>
                    <a:pt x="7328" y="1"/>
                    <a:pt x="6740" y="610"/>
                    <a:pt x="6719" y="1827"/>
                  </a:cubicBezTo>
                  <a:cubicBezTo>
                    <a:pt x="6719" y="2172"/>
                    <a:pt x="6780" y="2457"/>
                    <a:pt x="6882" y="2700"/>
                  </a:cubicBezTo>
                  <a:cubicBezTo>
                    <a:pt x="6963" y="2883"/>
                    <a:pt x="7085" y="3066"/>
                    <a:pt x="7247" y="3187"/>
                  </a:cubicBezTo>
                  <a:cubicBezTo>
                    <a:pt x="7572" y="3492"/>
                    <a:pt x="8018" y="3634"/>
                    <a:pt x="8567" y="3634"/>
                  </a:cubicBezTo>
                  <a:lnTo>
                    <a:pt x="9926" y="3634"/>
                  </a:lnTo>
                  <a:lnTo>
                    <a:pt x="9926" y="2802"/>
                  </a:lnTo>
                  <a:lnTo>
                    <a:pt x="8506" y="2802"/>
                  </a:lnTo>
                  <a:cubicBezTo>
                    <a:pt x="8181" y="2802"/>
                    <a:pt x="7978" y="2700"/>
                    <a:pt x="7876" y="2497"/>
                  </a:cubicBezTo>
                  <a:cubicBezTo>
                    <a:pt x="7836" y="2416"/>
                    <a:pt x="7816" y="2294"/>
                    <a:pt x="7816" y="2172"/>
                  </a:cubicBezTo>
                  <a:cubicBezTo>
                    <a:pt x="7816" y="2030"/>
                    <a:pt x="7816" y="1929"/>
                    <a:pt x="7816" y="1868"/>
                  </a:cubicBezTo>
                  <a:cubicBezTo>
                    <a:pt x="7816" y="1523"/>
                    <a:pt x="7876" y="1279"/>
                    <a:pt x="7978" y="1117"/>
                  </a:cubicBezTo>
                  <a:cubicBezTo>
                    <a:pt x="8100" y="914"/>
                    <a:pt x="8323" y="813"/>
                    <a:pt x="8627" y="813"/>
                  </a:cubicBezTo>
                  <a:lnTo>
                    <a:pt x="9926" y="813"/>
                  </a:lnTo>
                  <a:lnTo>
                    <a:pt x="9947" y="1"/>
                  </a:lnTo>
                  <a:close/>
                  <a:moveTo>
                    <a:pt x="13925" y="1"/>
                  </a:moveTo>
                  <a:lnTo>
                    <a:pt x="13925" y="2091"/>
                  </a:lnTo>
                  <a:cubicBezTo>
                    <a:pt x="13925" y="2416"/>
                    <a:pt x="13966" y="2700"/>
                    <a:pt x="14067" y="2923"/>
                  </a:cubicBezTo>
                  <a:cubicBezTo>
                    <a:pt x="14270" y="3390"/>
                    <a:pt x="14757" y="3634"/>
                    <a:pt x="15488" y="3634"/>
                  </a:cubicBezTo>
                  <a:lnTo>
                    <a:pt x="16645" y="3634"/>
                  </a:lnTo>
                  <a:lnTo>
                    <a:pt x="16645" y="2842"/>
                  </a:lnTo>
                  <a:lnTo>
                    <a:pt x="15569" y="2842"/>
                  </a:lnTo>
                  <a:cubicBezTo>
                    <a:pt x="15285" y="2842"/>
                    <a:pt x="15102" y="2781"/>
                    <a:pt x="15021" y="2680"/>
                  </a:cubicBezTo>
                  <a:cubicBezTo>
                    <a:pt x="14960" y="2599"/>
                    <a:pt x="14940" y="2436"/>
                    <a:pt x="14940" y="2213"/>
                  </a:cubicBezTo>
                  <a:lnTo>
                    <a:pt x="14940" y="1"/>
                  </a:lnTo>
                  <a:close/>
                  <a:moveTo>
                    <a:pt x="16848" y="1"/>
                  </a:moveTo>
                  <a:lnTo>
                    <a:pt x="16828" y="3634"/>
                  </a:lnTo>
                  <a:lnTo>
                    <a:pt x="18675" y="3634"/>
                  </a:lnTo>
                  <a:cubicBezTo>
                    <a:pt x="19263" y="3634"/>
                    <a:pt x="19690" y="3512"/>
                    <a:pt x="19933" y="3289"/>
                  </a:cubicBezTo>
                  <a:cubicBezTo>
                    <a:pt x="20258" y="3005"/>
                    <a:pt x="20420" y="2477"/>
                    <a:pt x="20420" y="1726"/>
                  </a:cubicBezTo>
                  <a:cubicBezTo>
                    <a:pt x="20420" y="1381"/>
                    <a:pt x="20359" y="1097"/>
                    <a:pt x="20258" y="873"/>
                  </a:cubicBezTo>
                  <a:cubicBezTo>
                    <a:pt x="19994" y="285"/>
                    <a:pt x="19426" y="1"/>
                    <a:pt x="18553" y="1"/>
                  </a:cubicBezTo>
                  <a:close/>
                  <a:moveTo>
                    <a:pt x="21882" y="1"/>
                  </a:moveTo>
                  <a:lnTo>
                    <a:pt x="20258" y="3634"/>
                  </a:lnTo>
                  <a:lnTo>
                    <a:pt x="21374" y="3634"/>
                  </a:lnTo>
                  <a:lnTo>
                    <a:pt x="21699" y="2822"/>
                  </a:lnTo>
                  <a:lnTo>
                    <a:pt x="23059" y="2822"/>
                  </a:lnTo>
                  <a:lnTo>
                    <a:pt x="23384" y="3634"/>
                  </a:lnTo>
                  <a:lnTo>
                    <a:pt x="24480" y="3634"/>
                  </a:lnTo>
                  <a:lnTo>
                    <a:pt x="22856" y="1"/>
                  </a:lnTo>
                  <a:close/>
                  <a:moveTo>
                    <a:pt x="24723" y="1"/>
                  </a:moveTo>
                  <a:lnTo>
                    <a:pt x="24723" y="3634"/>
                  </a:lnTo>
                  <a:lnTo>
                    <a:pt x="26550" y="3634"/>
                  </a:lnTo>
                  <a:cubicBezTo>
                    <a:pt x="27159" y="3634"/>
                    <a:pt x="27565" y="3512"/>
                    <a:pt x="27829" y="3289"/>
                  </a:cubicBezTo>
                  <a:cubicBezTo>
                    <a:pt x="28133" y="3005"/>
                    <a:pt x="28296" y="2477"/>
                    <a:pt x="28296" y="1726"/>
                  </a:cubicBezTo>
                  <a:cubicBezTo>
                    <a:pt x="28316" y="1381"/>
                    <a:pt x="28255" y="1097"/>
                    <a:pt x="28154" y="873"/>
                  </a:cubicBezTo>
                  <a:cubicBezTo>
                    <a:pt x="27890" y="285"/>
                    <a:pt x="27322" y="1"/>
                    <a:pt x="26449" y="1"/>
                  </a:cubicBezTo>
                  <a:close/>
                  <a:moveTo>
                    <a:pt x="30407" y="1"/>
                  </a:moveTo>
                  <a:cubicBezTo>
                    <a:pt x="29818" y="1"/>
                    <a:pt x="29392" y="122"/>
                    <a:pt x="29108" y="386"/>
                  </a:cubicBezTo>
                  <a:cubicBezTo>
                    <a:pt x="28803" y="670"/>
                    <a:pt x="28641" y="1158"/>
                    <a:pt x="28641" y="1827"/>
                  </a:cubicBezTo>
                  <a:cubicBezTo>
                    <a:pt x="28641" y="2172"/>
                    <a:pt x="28681" y="2457"/>
                    <a:pt x="28803" y="2700"/>
                  </a:cubicBezTo>
                  <a:cubicBezTo>
                    <a:pt x="28884" y="2883"/>
                    <a:pt x="29006" y="3066"/>
                    <a:pt x="29148" y="3187"/>
                  </a:cubicBezTo>
                  <a:cubicBezTo>
                    <a:pt x="29473" y="3492"/>
                    <a:pt x="29920" y="3634"/>
                    <a:pt x="30488" y="3634"/>
                  </a:cubicBezTo>
                  <a:lnTo>
                    <a:pt x="31828" y="3634"/>
                  </a:lnTo>
                  <a:lnTo>
                    <a:pt x="31828" y="2802"/>
                  </a:lnTo>
                  <a:lnTo>
                    <a:pt x="30407" y="2802"/>
                  </a:lnTo>
                  <a:cubicBezTo>
                    <a:pt x="30183" y="2802"/>
                    <a:pt x="30021" y="2761"/>
                    <a:pt x="29940" y="2700"/>
                  </a:cubicBezTo>
                  <a:cubicBezTo>
                    <a:pt x="29899" y="2660"/>
                    <a:pt x="29859" y="2619"/>
                    <a:pt x="29838" y="2558"/>
                  </a:cubicBezTo>
                  <a:cubicBezTo>
                    <a:pt x="29798" y="2457"/>
                    <a:pt x="29778" y="2355"/>
                    <a:pt x="29757" y="2213"/>
                  </a:cubicBezTo>
                  <a:lnTo>
                    <a:pt x="31828" y="2213"/>
                  </a:lnTo>
                  <a:lnTo>
                    <a:pt x="31848" y="1381"/>
                  </a:lnTo>
                  <a:lnTo>
                    <a:pt x="29798" y="1381"/>
                  </a:lnTo>
                  <a:cubicBezTo>
                    <a:pt x="29879" y="995"/>
                    <a:pt x="30123" y="813"/>
                    <a:pt x="30529" y="813"/>
                  </a:cubicBezTo>
                  <a:lnTo>
                    <a:pt x="31848" y="813"/>
                  </a:lnTo>
                  <a:lnTo>
                    <a:pt x="31848" y="1"/>
                  </a:lnTo>
                  <a:close/>
                  <a:moveTo>
                    <a:pt x="35116" y="1"/>
                  </a:moveTo>
                  <a:lnTo>
                    <a:pt x="35096" y="3634"/>
                  </a:lnTo>
                  <a:lnTo>
                    <a:pt x="36943" y="3634"/>
                  </a:lnTo>
                  <a:cubicBezTo>
                    <a:pt x="37531" y="3634"/>
                    <a:pt x="37957" y="3512"/>
                    <a:pt x="38201" y="3289"/>
                  </a:cubicBezTo>
                  <a:cubicBezTo>
                    <a:pt x="38526" y="3005"/>
                    <a:pt x="38688" y="2477"/>
                    <a:pt x="38688" y="1726"/>
                  </a:cubicBezTo>
                  <a:cubicBezTo>
                    <a:pt x="38688" y="1381"/>
                    <a:pt x="38648" y="1097"/>
                    <a:pt x="38526" y="873"/>
                  </a:cubicBezTo>
                  <a:cubicBezTo>
                    <a:pt x="38282" y="285"/>
                    <a:pt x="37714" y="1"/>
                    <a:pt x="36821" y="1"/>
                  </a:cubicBezTo>
                  <a:close/>
                  <a:moveTo>
                    <a:pt x="40799" y="1"/>
                  </a:moveTo>
                  <a:cubicBezTo>
                    <a:pt x="40211" y="1"/>
                    <a:pt x="39784" y="122"/>
                    <a:pt x="39500" y="386"/>
                  </a:cubicBezTo>
                  <a:cubicBezTo>
                    <a:pt x="39175" y="670"/>
                    <a:pt x="39033" y="1158"/>
                    <a:pt x="39013" y="1827"/>
                  </a:cubicBezTo>
                  <a:cubicBezTo>
                    <a:pt x="39013" y="2172"/>
                    <a:pt x="39074" y="2457"/>
                    <a:pt x="39175" y="2700"/>
                  </a:cubicBezTo>
                  <a:cubicBezTo>
                    <a:pt x="39277" y="2883"/>
                    <a:pt x="39378" y="3066"/>
                    <a:pt x="39541" y="3187"/>
                  </a:cubicBezTo>
                  <a:cubicBezTo>
                    <a:pt x="39865" y="3492"/>
                    <a:pt x="40312" y="3634"/>
                    <a:pt x="40880" y="3634"/>
                  </a:cubicBezTo>
                  <a:lnTo>
                    <a:pt x="42220" y="3634"/>
                  </a:lnTo>
                  <a:lnTo>
                    <a:pt x="42220" y="2802"/>
                  </a:lnTo>
                  <a:lnTo>
                    <a:pt x="40799" y="2802"/>
                  </a:lnTo>
                  <a:cubicBezTo>
                    <a:pt x="40576" y="2802"/>
                    <a:pt x="40413" y="2761"/>
                    <a:pt x="40312" y="2700"/>
                  </a:cubicBezTo>
                  <a:cubicBezTo>
                    <a:pt x="40271" y="2660"/>
                    <a:pt x="40251" y="2619"/>
                    <a:pt x="40231" y="2558"/>
                  </a:cubicBezTo>
                  <a:cubicBezTo>
                    <a:pt x="40190" y="2457"/>
                    <a:pt x="40150" y="2355"/>
                    <a:pt x="40150" y="2213"/>
                  </a:cubicBezTo>
                  <a:lnTo>
                    <a:pt x="42220" y="2213"/>
                  </a:lnTo>
                  <a:lnTo>
                    <a:pt x="42220" y="1381"/>
                  </a:lnTo>
                  <a:lnTo>
                    <a:pt x="40190" y="1381"/>
                  </a:lnTo>
                  <a:cubicBezTo>
                    <a:pt x="40271" y="995"/>
                    <a:pt x="40515" y="813"/>
                    <a:pt x="40921" y="813"/>
                  </a:cubicBezTo>
                  <a:lnTo>
                    <a:pt x="42240" y="813"/>
                  </a:lnTo>
                  <a:lnTo>
                    <a:pt x="42240" y="1"/>
                  </a:lnTo>
                  <a:close/>
                  <a:moveTo>
                    <a:pt x="47051" y="1"/>
                  </a:moveTo>
                  <a:cubicBezTo>
                    <a:pt x="46462" y="1"/>
                    <a:pt x="46016" y="122"/>
                    <a:pt x="45752" y="386"/>
                  </a:cubicBezTo>
                  <a:cubicBezTo>
                    <a:pt x="45427" y="670"/>
                    <a:pt x="45265" y="1158"/>
                    <a:pt x="45265" y="1827"/>
                  </a:cubicBezTo>
                  <a:cubicBezTo>
                    <a:pt x="45265" y="2172"/>
                    <a:pt x="45326" y="2457"/>
                    <a:pt x="45427" y="2700"/>
                  </a:cubicBezTo>
                  <a:cubicBezTo>
                    <a:pt x="45508" y="2883"/>
                    <a:pt x="45630" y="3066"/>
                    <a:pt x="45792" y="3187"/>
                  </a:cubicBezTo>
                  <a:cubicBezTo>
                    <a:pt x="46117" y="3492"/>
                    <a:pt x="46564" y="3634"/>
                    <a:pt x="47112" y="3634"/>
                  </a:cubicBezTo>
                  <a:lnTo>
                    <a:pt x="48472" y="3634"/>
                  </a:lnTo>
                  <a:lnTo>
                    <a:pt x="48472" y="2802"/>
                  </a:lnTo>
                  <a:lnTo>
                    <a:pt x="47051" y="2802"/>
                  </a:lnTo>
                  <a:cubicBezTo>
                    <a:pt x="46807" y="2802"/>
                    <a:pt x="46665" y="2761"/>
                    <a:pt x="46564" y="2700"/>
                  </a:cubicBezTo>
                  <a:cubicBezTo>
                    <a:pt x="46523" y="2660"/>
                    <a:pt x="46482" y="2619"/>
                    <a:pt x="46462" y="2558"/>
                  </a:cubicBezTo>
                  <a:cubicBezTo>
                    <a:pt x="46422" y="2457"/>
                    <a:pt x="46401" y="2355"/>
                    <a:pt x="46401" y="2213"/>
                  </a:cubicBezTo>
                  <a:lnTo>
                    <a:pt x="48472" y="2213"/>
                  </a:lnTo>
                  <a:lnTo>
                    <a:pt x="48472" y="1381"/>
                  </a:lnTo>
                  <a:lnTo>
                    <a:pt x="46422" y="1381"/>
                  </a:lnTo>
                  <a:cubicBezTo>
                    <a:pt x="46503" y="995"/>
                    <a:pt x="46746" y="813"/>
                    <a:pt x="47152" y="813"/>
                  </a:cubicBezTo>
                  <a:lnTo>
                    <a:pt x="48472" y="813"/>
                  </a:lnTo>
                  <a:lnTo>
                    <a:pt x="48492" y="1"/>
                  </a:lnTo>
                  <a:close/>
                  <a:moveTo>
                    <a:pt x="48796" y="1"/>
                  </a:moveTo>
                  <a:lnTo>
                    <a:pt x="50035" y="1767"/>
                  </a:lnTo>
                  <a:lnTo>
                    <a:pt x="48654" y="3634"/>
                  </a:lnTo>
                  <a:lnTo>
                    <a:pt x="49933" y="3634"/>
                  </a:lnTo>
                  <a:lnTo>
                    <a:pt x="50643" y="2578"/>
                  </a:lnTo>
                  <a:lnTo>
                    <a:pt x="51334" y="3634"/>
                  </a:lnTo>
                  <a:lnTo>
                    <a:pt x="52470" y="3634"/>
                  </a:lnTo>
                  <a:lnTo>
                    <a:pt x="51212" y="1807"/>
                  </a:lnTo>
                  <a:lnTo>
                    <a:pt x="52470" y="1"/>
                  </a:lnTo>
                  <a:lnTo>
                    <a:pt x="51232" y="1"/>
                  </a:lnTo>
                  <a:lnTo>
                    <a:pt x="50583" y="955"/>
                  </a:lnTo>
                  <a:lnTo>
                    <a:pt x="49913" y="1"/>
                  </a:lnTo>
                  <a:close/>
                  <a:moveTo>
                    <a:pt x="52612" y="1"/>
                  </a:moveTo>
                  <a:lnTo>
                    <a:pt x="52592" y="833"/>
                  </a:lnTo>
                  <a:lnTo>
                    <a:pt x="53749" y="833"/>
                  </a:lnTo>
                  <a:lnTo>
                    <a:pt x="53729" y="3634"/>
                  </a:lnTo>
                  <a:lnTo>
                    <a:pt x="54784" y="3634"/>
                  </a:lnTo>
                  <a:lnTo>
                    <a:pt x="54805" y="833"/>
                  </a:lnTo>
                  <a:lnTo>
                    <a:pt x="55961" y="833"/>
                  </a:lnTo>
                  <a:lnTo>
                    <a:pt x="55961" y="1"/>
                  </a:lnTo>
                  <a:close/>
                  <a:moveTo>
                    <a:pt x="56225" y="1"/>
                  </a:moveTo>
                  <a:lnTo>
                    <a:pt x="56205" y="3634"/>
                  </a:lnTo>
                  <a:lnTo>
                    <a:pt x="57240" y="3634"/>
                  </a:lnTo>
                  <a:lnTo>
                    <a:pt x="57240" y="2294"/>
                  </a:lnTo>
                  <a:lnTo>
                    <a:pt x="57930" y="2294"/>
                  </a:lnTo>
                  <a:lnTo>
                    <a:pt x="58722" y="3634"/>
                  </a:lnTo>
                  <a:lnTo>
                    <a:pt x="59798" y="3634"/>
                  </a:lnTo>
                  <a:lnTo>
                    <a:pt x="58925" y="2172"/>
                  </a:lnTo>
                  <a:cubicBezTo>
                    <a:pt x="59371" y="2030"/>
                    <a:pt x="59595" y="1685"/>
                    <a:pt x="59595" y="1178"/>
                  </a:cubicBezTo>
                  <a:cubicBezTo>
                    <a:pt x="59595" y="975"/>
                    <a:pt x="59554" y="792"/>
                    <a:pt x="59493" y="630"/>
                  </a:cubicBezTo>
                  <a:cubicBezTo>
                    <a:pt x="59311" y="204"/>
                    <a:pt x="58864" y="1"/>
                    <a:pt x="58154" y="1"/>
                  </a:cubicBezTo>
                  <a:close/>
                  <a:moveTo>
                    <a:pt x="61685" y="1"/>
                  </a:moveTo>
                  <a:cubicBezTo>
                    <a:pt x="61097" y="1"/>
                    <a:pt x="60671" y="122"/>
                    <a:pt x="60386" y="386"/>
                  </a:cubicBezTo>
                  <a:cubicBezTo>
                    <a:pt x="60082" y="670"/>
                    <a:pt x="59920" y="1158"/>
                    <a:pt x="59920" y="1827"/>
                  </a:cubicBezTo>
                  <a:cubicBezTo>
                    <a:pt x="59920" y="2172"/>
                    <a:pt x="59960" y="2457"/>
                    <a:pt x="60082" y="2700"/>
                  </a:cubicBezTo>
                  <a:cubicBezTo>
                    <a:pt x="60163" y="2883"/>
                    <a:pt x="60285" y="3066"/>
                    <a:pt x="60427" y="3187"/>
                  </a:cubicBezTo>
                  <a:cubicBezTo>
                    <a:pt x="60752" y="3492"/>
                    <a:pt x="61198" y="3634"/>
                    <a:pt x="61767" y="3634"/>
                  </a:cubicBezTo>
                  <a:lnTo>
                    <a:pt x="63106" y="3634"/>
                  </a:lnTo>
                  <a:lnTo>
                    <a:pt x="63106" y="2802"/>
                  </a:lnTo>
                  <a:lnTo>
                    <a:pt x="61685" y="2802"/>
                  </a:lnTo>
                  <a:cubicBezTo>
                    <a:pt x="61462" y="2802"/>
                    <a:pt x="61300" y="2761"/>
                    <a:pt x="61198" y="2700"/>
                  </a:cubicBezTo>
                  <a:cubicBezTo>
                    <a:pt x="61178" y="2660"/>
                    <a:pt x="61137" y="2619"/>
                    <a:pt x="61117" y="2558"/>
                  </a:cubicBezTo>
                  <a:cubicBezTo>
                    <a:pt x="61076" y="2457"/>
                    <a:pt x="61056" y="2355"/>
                    <a:pt x="61036" y="2213"/>
                  </a:cubicBezTo>
                  <a:lnTo>
                    <a:pt x="63106" y="2213"/>
                  </a:lnTo>
                  <a:lnTo>
                    <a:pt x="63127" y="1381"/>
                  </a:lnTo>
                  <a:lnTo>
                    <a:pt x="61076" y="1381"/>
                  </a:lnTo>
                  <a:cubicBezTo>
                    <a:pt x="61158" y="995"/>
                    <a:pt x="61401" y="813"/>
                    <a:pt x="61807" y="813"/>
                  </a:cubicBezTo>
                  <a:lnTo>
                    <a:pt x="63127" y="813"/>
                  </a:lnTo>
                  <a:lnTo>
                    <a:pt x="63127" y="1"/>
                  </a:lnTo>
                  <a:close/>
                  <a:moveTo>
                    <a:pt x="63472" y="1"/>
                  </a:moveTo>
                  <a:lnTo>
                    <a:pt x="63451" y="3634"/>
                  </a:lnTo>
                  <a:lnTo>
                    <a:pt x="64405" y="3634"/>
                  </a:lnTo>
                  <a:lnTo>
                    <a:pt x="64426" y="1604"/>
                  </a:lnTo>
                  <a:lnTo>
                    <a:pt x="65136" y="3634"/>
                  </a:lnTo>
                  <a:lnTo>
                    <a:pt x="66131" y="3634"/>
                  </a:lnTo>
                  <a:lnTo>
                    <a:pt x="66800" y="1746"/>
                  </a:lnTo>
                  <a:lnTo>
                    <a:pt x="66800" y="3634"/>
                  </a:lnTo>
                  <a:lnTo>
                    <a:pt x="67754" y="3634"/>
                  </a:lnTo>
                  <a:lnTo>
                    <a:pt x="67754" y="1"/>
                  </a:lnTo>
                  <a:lnTo>
                    <a:pt x="66415" y="1"/>
                  </a:lnTo>
                  <a:lnTo>
                    <a:pt x="65583" y="2335"/>
                  </a:lnTo>
                  <a:lnTo>
                    <a:pt x="64791" y="1"/>
                  </a:lnTo>
                  <a:close/>
                  <a:moveTo>
                    <a:pt x="69642" y="1"/>
                  </a:moveTo>
                  <a:lnTo>
                    <a:pt x="68018" y="3634"/>
                  </a:lnTo>
                  <a:lnTo>
                    <a:pt x="69135" y="3634"/>
                  </a:lnTo>
                  <a:lnTo>
                    <a:pt x="69459" y="2822"/>
                  </a:lnTo>
                  <a:lnTo>
                    <a:pt x="70819" y="2822"/>
                  </a:lnTo>
                  <a:lnTo>
                    <a:pt x="71164" y="3634"/>
                  </a:lnTo>
                  <a:lnTo>
                    <a:pt x="72240" y="3634"/>
                  </a:lnTo>
                  <a:lnTo>
                    <a:pt x="70616" y="1"/>
                  </a:lnTo>
                  <a:close/>
                  <a:moveTo>
                    <a:pt x="10150" y="1"/>
                  </a:moveTo>
                  <a:lnTo>
                    <a:pt x="10150" y="2233"/>
                  </a:lnTo>
                  <a:cubicBezTo>
                    <a:pt x="10150" y="2538"/>
                    <a:pt x="10190" y="2781"/>
                    <a:pt x="10272" y="2964"/>
                  </a:cubicBezTo>
                  <a:cubicBezTo>
                    <a:pt x="10292" y="3005"/>
                    <a:pt x="10312" y="3045"/>
                    <a:pt x="10332" y="3086"/>
                  </a:cubicBezTo>
                  <a:cubicBezTo>
                    <a:pt x="10596" y="3472"/>
                    <a:pt x="11104" y="3674"/>
                    <a:pt x="11895" y="3674"/>
                  </a:cubicBezTo>
                  <a:cubicBezTo>
                    <a:pt x="12545" y="3674"/>
                    <a:pt x="13012" y="3512"/>
                    <a:pt x="13276" y="3208"/>
                  </a:cubicBezTo>
                  <a:cubicBezTo>
                    <a:pt x="13438" y="3025"/>
                    <a:pt x="13519" y="2680"/>
                    <a:pt x="13519" y="2233"/>
                  </a:cubicBezTo>
                  <a:lnTo>
                    <a:pt x="13519" y="1"/>
                  </a:lnTo>
                  <a:lnTo>
                    <a:pt x="12504" y="1"/>
                  </a:lnTo>
                  <a:lnTo>
                    <a:pt x="12504" y="2112"/>
                  </a:lnTo>
                  <a:cubicBezTo>
                    <a:pt x="12504" y="2416"/>
                    <a:pt x="12443" y="2619"/>
                    <a:pt x="12342" y="2741"/>
                  </a:cubicBezTo>
                  <a:cubicBezTo>
                    <a:pt x="12240" y="2842"/>
                    <a:pt x="12058" y="2903"/>
                    <a:pt x="11774" y="2903"/>
                  </a:cubicBezTo>
                  <a:cubicBezTo>
                    <a:pt x="11469" y="2903"/>
                    <a:pt x="11266" y="2822"/>
                    <a:pt x="11205" y="2680"/>
                  </a:cubicBezTo>
                  <a:cubicBezTo>
                    <a:pt x="11185" y="2599"/>
                    <a:pt x="11165" y="2457"/>
                    <a:pt x="11165" y="2213"/>
                  </a:cubicBezTo>
                  <a:lnTo>
                    <a:pt x="1116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cxnSp>
        <p:nvCxnSpPr>
          <p:cNvPr id="135" name="Google Shape;135;p9"/>
          <p:cNvCxnSpPr/>
          <p:nvPr/>
        </p:nvCxnSpPr>
        <p:spPr>
          <a:xfrm rot="10800000">
            <a:off x="1632000" y="4824650"/>
            <a:ext cx="5928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/>
          <p:nvPr/>
        </p:nvSpPr>
        <p:spPr>
          <a:xfrm rot="10800000">
            <a:off x="7500300" y="3499805"/>
            <a:ext cx="1643700" cy="1643700"/>
          </a:xfrm>
          <a:prstGeom prst="diagStripe">
            <a:avLst>
              <a:gd name="adj" fmla="val 0"/>
            </a:avLst>
          </a:prstGeom>
          <a:solidFill>
            <a:srgbClr val="FBBA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10"/>
          <p:cNvSpPr/>
          <p:nvPr/>
        </p:nvSpPr>
        <p:spPr>
          <a:xfrm>
            <a:off x="0" y="12000"/>
            <a:ext cx="3912000" cy="5160000"/>
          </a:xfrm>
          <a:custGeom>
            <a:avLst/>
            <a:gdLst/>
            <a:ahLst/>
            <a:cxnLst/>
            <a:rect l="l" t="t" r="r" b="b"/>
            <a:pathLst>
              <a:path w="156480" h="206400" extrusionOk="0">
                <a:moveTo>
                  <a:pt x="156480" y="0"/>
                </a:moveTo>
                <a:lnTo>
                  <a:pt x="0" y="0"/>
                </a:lnTo>
                <a:lnTo>
                  <a:pt x="0" y="206400"/>
                </a:lnTo>
                <a:lnTo>
                  <a:pt x="53760" y="206400"/>
                </a:lnTo>
                <a:lnTo>
                  <a:pt x="127200" y="139680"/>
                </a:lnTo>
                <a:lnTo>
                  <a:pt x="144000" y="20160"/>
                </a:lnTo>
                <a:close/>
              </a:path>
            </a:pathLst>
          </a:custGeom>
          <a:solidFill>
            <a:srgbClr val="1155CC"/>
          </a:solidFill>
          <a:ln>
            <a:noFill/>
          </a:ln>
        </p:spPr>
      </p:sp>
      <p:grpSp>
        <p:nvGrpSpPr>
          <p:cNvPr id="139" name="Google Shape;139;p10"/>
          <p:cNvGrpSpPr/>
          <p:nvPr/>
        </p:nvGrpSpPr>
        <p:grpSpPr>
          <a:xfrm>
            <a:off x="455989" y="23"/>
            <a:ext cx="4885043" cy="5143450"/>
            <a:chOff x="337929" y="187165"/>
            <a:chExt cx="4251191" cy="4476068"/>
          </a:xfrm>
        </p:grpSpPr>
        <p:sp>
          <p:nvSpPr>
            <p:cNvPr id="140" name="Google Shape;140;p10"/>
            <p:cNvSpPr/>
            <p:nvPr/>
          </p:nvSpPr>
          <p:spPr>
            <a:xfrm>
              <a:off x="947998" y="187165"/>
              <a:ext cx="2385109" cy="1704583"/>
            </a:xfrm>
            <a:custGeom>
              <a:avLst/>
              <a:gdLst/>
              <a:ahLst/>
              <a:cxnLst/>
              <a:rect l="l" t="t" r="r" b="b"/>
              <a:pathLst>
                <a:path w="231564" h="207876" extrusionOk="0">
                  <a:moveTo>
                    <a:pt x="11844" y="204193"/>
                  </a:moveTo>
                  <a:lnTo>
                    <a:pt x="11844" y="204193"/>
                  </a:lnTo>
                  <a:lnTo>
                    <a:pt x="9961" y="205616"/>
                  </a:lnTo>
                  <a:lnTo>
                    <a:pt x="8203" y="206662"/>
                  </a:lnTo>
                  <a:lnTo>
                    <a:pt x="6613" y="207332"/>
                  </a:lnTo>
                  <a:lnTo>
                    <a:pt x="5231" y="207709"/>
                  </a:lnTo>
                  <a:lnTo>
                    <a:pt x="4185" y="207876"/>
                  </a:lnTo>
                  <a:lnTo>
                    <a:pt x="3139" y="207709"/>
                  </a:lnTo>
                  <a:lnTo>
                    <a:pt x="2427" y="207499"/>
                  </a:lnTo>
                  <a:lnTo>
                    <a:pt x="1758" y="207164"/>
                  </a:lnTo>
                  <a:lnTo>
                    <a:pt x="1214" y="206662"/>
                  </a:lnTo>
                  <a:lnTo>
                    <a:pt x="879" y="206118"/>
                  </a:lnTo>
                  <a:lnTo>
                    <a:pt x="335" y="205072"/>
                  </a:lnTo>
                  <a:lnTo>
                    <a:pt x="0" y="204193"/>
                  </a:lnTo>
                  <a:lnTo>
                    <a:pt x="0" y="203858"/>
                  </a:lnTo>
                  <a:lnTo>
                    <a:pt x="1214" y="197915"/>
                  </a:lnTo>
                  <a:lnTo>
                    <a:pt x="1214" y="197915"/>
                  </a:lnTo>
                  <a:lnTo>
                    <a:pt x="5399" y="177534"/>
                  </a:lnTo>
                  <a:lnTo>
                    <a:pt x="9082" y="160249"/>
                  </a:lnTo>
                  <a:lnTo>
                    <a:pt x="11007" y="152046"/>
                  </a:lnTo>
                  <a:lnTo>
                    <a:pt x="12555" y="145099"/>
                  </a:lnTo>
                  <a:lnTo>
                    <a:pt x="12555" y="145099"/>
                  </a:lnTo>
                  <a:lnTo>
                    <a:pt x="13434" y="142127"/>
                  </a:lnTo>
                  <a:lnTo>
                    <a:pt x="14648" y="139323"/>
                  </a:lnTo>
                  <a:lnTo>
                    <a:pt x="14648" y="139323"/>
                  </a:lnTo>
                  <a:lnTo>
                    <a:pt x="16029" y="136352"/>
                  </a:lnTo>
                  <a:lnTo>
                    <a:pt x="17787" y="133422"/>
                  </a:lnTo>
                  <a:lnTo>
                    <a:pt x="19879" y="130618"/>
                  </a:lnTo>
                  <a:lnTo>
                    <a:pt x="22139" y="127982"/>
                  </a:lnTo>
                  <a:lnTo>
                    <a:pt x="24609" y="125554"/>
                  </a:lnTo>
                  <a:lnTo>
                    <a:pt x="27371" y="123127"/>
                  </a:lnTo>
                  <a:lnTo>
                    <a:pt x="30175" y="121034"/>
                  </a:lnTo>
                  <a:lnTo>
                    <a:pt x="33146" y="118774"/>
                  </a:lnTo>
                  <a:lnTo>
                    <a:pt x="33146" y="118774"/>
                  </a:lnTo>
                  <a:lnTo>
                    <a:pt x="120490" y="65037"/>
                  </a:lnTo>
                  <a:lnTo>
                    <a:pt x="183267" y="26492"/>
                  </a:lnTo>
                  <a:lnTo>
                    <a:pt x="206452" y="12388"/>
                  </a:lnTo>
                  <a:lnTo>
                    <a:pt x="219217" y="4729"/>
                  </a:lnTo>
                  <a:lnTo>
                    <a:pt x="219217" y="4729"/>
                  </a:lnTo>
                  <a:lnTo>
                    <a:pt x="224448" y="1758"/>
                  </a:lnTo>
                  <a:lnTo>
                    <a:pt x="224448" y="1758"/>
                  </a:lnTo>
                  <a:lnTo>
                    <a:pt x="225495" y="1214"/>
                  </a:lnTo>
                  <a:lnTo>
                    <a:pt x="226708" y="711"/>
                  </a:lnTo>
                  <a:lnTo>
                    <a:pt x="228089" y="335"/>
                  </a:lnTo>
                  <a:lnTo>
                    <a:pt x="229471" y="0"/>
                  </a:lnTo>
                  <a:lnTo>
                    <a:pt x="230015" y="0"/>
                  </a:lnTo>
                  <a:lnTo>
                    <a:pt x="230517" y="167"/>
                  </a:lnTo>
                  <a:lnTo>
                    <a:pt x="231061" y="544"/>
                  </a:lnTo>
                  <a:lnTo>
                    <a:pt x="231228" y="879"/>
                  </a:lnTo>
                  <a:lnTo>
                    <a:pt x="231396" y="1381"/>
                  </a:lnTo>
                  <a:lnTo>
                    <a:pt x="231396" y="2093"/>
                  </a:lnTo>
                  <a:lnTo>
                    <a:pt x="231396" y="2093"/>
                  </a:lnTo>
                  <a:lnTo>
                    <a:pt x="231228" y="2971"/>
                  </a:lnTo>
                  <a:lnTo>
                    <a:pt x="231228" y="2971"/>
                  </a:lnTo>
                  <a:lnTo>
                    <a:pt x="231563" y="3474"/>
                  </a:lnTo>
                  <a:lnTo>
                    <a:pt x="231563" y="4353"/>
                  </a:lnTo>
                  <a:lnTo>
                    <a:pt x="231563" y="4353"/>
                  </a:lnTo>
                  <a:lnTo>
                    <a:pt x="229303" y="16029"/>
                  </a:lnTo>
                  <a:lnTo>
                    <a:pt x="224616" y="38001"/>
                  </a:lnTo>
                  <a:lnTo>
                    <a:pt x="219719" y="60182"/>
                  </a:lnTo>
                  <a:lnTo>
                    <a:pt x="217794" y="68009"/>
                  </a:lnTo>
                  <a:lnTo>
                    <a:pt x="217124" y="70645"/>
                  </a:lnTo>
                  <a:lnTo>
                    <a:pt x="216580" y="72194"/>
                  </a:lnTo>
                  <a:lnTo>
                    <a:pt x="216580" y="72194"/>
                  </a:lnTo>
                  <a:lnTo>
                    <a:pt x="215869" y="73407"/>
                  </a:lnTo>
                  <a:lnTo>
                    <a:pt x="215199" y="74621"/>
                  </a:lnTo>
                  <a:lnTo>
                    <a:pt x="214153" y="75667"/>
                  </a:lnTo>
                  <a:lnTo>
                    <a:pt x="212939" y="76923"/>
                  </a:lnTo>
                  <a:lnTo>
                    <a:pt x="212939" y="76923"/>
                  </a:lnTo>
                  <a:lnTo>
                    <a:pt x="113543" y="139700"/>
                  </a:lnTo>
                  <a:lnTo>
                    <a:pt x="44655" y="183267"/>
                  </a:lnTo>
                  <a:lnTo>
                    <a:pt x="21470" y="198083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" name="Google Shape;141;p10"/>
            <p:cNvSpPr/>
            <p:nvPr/>
          </p:nvSpPr>
          <p:spPr>
            <a:xfrm>
              <a:off x="337929" y="485311"/>
              <a:ext cx="3507616" cy="2506985"/>
            </a:xfrm>
            <a:custGeom>
              <a:avLst/>
              <a:gdLst/>
              <a:ahLst/>
              <a:cxnLst/>
              <a:rect l="l" t="t" r="r" b="b"/>
              <a:pathLst>
                <a:path w="231564" h="207876" extrusionOk="0">
                  <a:moveTo>
                    <a:pt x="11844" y="204193"/>
                  </a:moveTo>
                  <a:lnTo>
                    <a:pt x="11844" y="204193"/>
                  </a:lnTo>
                  <a:lnTo>
                    <a:pt x="9961" y="205616"/>
                  </a:lnTo>
                  <a:lnTo>
                    <a:pt x="8203" y="206662"/>
                  </a:lnTo>
                  <a:lnTo>
                    <a:pt x="6613" y="207332"/>
                  </a:lnTo>
                  <a:lnTo>
                    <a:pt x="5231" y="207709"/>
                  </a:lnTo>
                  <a:lnTo>
                    <a:pt x="4185" y="207876"/>
                  </a:lnTo>
                  <a:lnTo>
                    <a:pt x="3139" y="207709"/>
                  </a:lnTo>
                  <a:lnTo>
                    <a:pt x="2427" y="207499"/>
                  </a:lnTo>
                  <a:lnTo>
                    <a:pt x="1758" y="207164"/>
                  </a:lnTo>
                  <a:lnTo>
                    <a:pt x="1214" y="206662"/>
                  </a:lnTo>
                  <a:lnTo>
                    <a:pt x="879" y="206118"/>
                  </a:lnTo>
                  <a:lnTo>
                    <a:pt x="335" y="205072"/>
                  </a:lnTo>
                  <a:lnTo>
                    <a:pt x="0" y="204193"/>
                  </a:lnTo>
                  <a:lnTo>
                    <a:pt x="0" y="203858"/>
                  </a:lnTo>
                  <a:lnTo>
                    <a:pt x="1214" y="197915"/>
                  </a:lnTo>
                  <a:lnTo>
                    <a:pt x="1214" y="197915"/>
                  </a:lnTo>
                  <a:lnTo>
                    <a:pt x="5399" y="177534"/>
                  </a:lnTo>
                  <a:lnTo>
                    <a:pt x="9082" y="160249"/>
                  </a:lnTo>
                  <a:lnTo>
                    <a:pt x="11007" y="152046"/>
                  </a:lnTo>
                  <a:lnTo>
                    <a:pt x="12555" y="145099"/>
                  </a:lnTo>
                  <a:lnTo>
                    <a:pt x="12555" y="145099"/>
                  </a:lnTo>
                  <a:lnTo>
                    <a:pt x="13434" y="142127"/>
                  </a:lnTo>
                  <a:lnTo>
                    <a:pt x="14648" y="139323"/>
                  </a:lnTo>
                  <a:lnTo>
                    <a:pt x="14648" y="139323"/>
                  </a:lnTo>
                  <a:lnTo>
                    <a:pt x="16029" y="136352"/>
                  </a:lnTo>
                  <a:lnTo>
                    <a:pt x="17787" y="133422"/>
                  </a:lnTo>
                  <a:lnTo>
                    <a:pt x="19879" y="130618"/>
                  </a:lnTo>
                  <a:lnTo>
                    <a:pt x="22139" y="127982"/>
                  </a:lnTo>
                  <a:lnTo>
                    <a:pt x="24609" y="125554"/>
                  </a:lnTo>
                  <a:lnTo>
                    <a:pt x="27371" y="123127"/>
                  </a:lnTo>
                  <a:lnTo>
                    <a:pt x="30175" y="121034"/>
                  </a:lnTo>
                  <a:lnTo>
                    <a:pt x="33146" y="118774"/>
                  </a:lnTo>
                  <a:lnTo>
                    <a:pt x="33146" y="118774"/>
                  </a:lnTo>
                  <a:lnTo>
                    <a:pt x="120490" y="65037"/>
                  </a:lnTo>
                  <a:lnTo>
                    <a:pt x="183267" y="26492"/>
                  </a:lnTo>
                  <a:lnTo>
                    <a:pt x="206452" y="12388"/>
                  </a:lnTo>
                  <a:lnTo>
                    <a:pt x="219217" y="4729"/>
                  </a:lnTo>
                  <a:lnTo>
                    <a:pt x="219217" y="4729"/>
                  </a:lnTo>
                  <a:lnTo>
                    <a:pt x="224448" y="1758"/>
                  </a:lnTo>
                  <a:lnTo>
                    <a:pt x="224448" y="1758"/>
                  </a:lnTo>
                  <a:lnTo>
                    <a:pt x="225495" y="1214"/>
                  </a:lnTo>
                  <a:lnTo>
                    <a:pt x="226708" y="711"/>
                  </a:lnTo>
                  <a:lnTo>
                    <a:pt x="228089" y="335"/>
                  </a:lnTo>
                  <a:lnTo>
                    <a:pt x="229471" y="0"/>
                  </a:lnTo>
                  <a:lnTo>
                    <a:pt x="230015" y="0"/>
                  </a:lnTo>
                  <a:lnTo>
                    <a:pt x="230517" y="167"/>
                  </a:lnTo>
                  <a:lnTo>
                    <a:pt x="231061" y="544"/>
                  </a:lnTo>
                  <a:lnTo>
                    <a:pt x="231228" y="879"/>
                  </a:lnTo>
                  <a:lnTo>
                    <a:pt x="231396" y="1381"/>
                  </a:lnTo>
                  <a:lnTo>
                    <a:pt x="231396" y="2093"/>
                  </a:lnTo>
                  <a:lnTo>
                    <a:pt x="231396" y="2093"/>
                  </a:lnTo>
                  <a:lnTo>
                    <a:pt x="231228" y="2971"/>
                  </a:lnTo>
                  <a:lnTo>
                    <a:pt x="231228" y="2971"/>
                  </a:lnTo>
                  <a:lnTo>
                    <a:pt x="231563" y="3474"/>
                  </a:lnTo>
                  <a:lnTo>
                    <a:pt x="231563" y="4353"/>
                  </a:lnTo>
                  <a:lnTo>
                    <a:pt x="231563" y="4353"/>
                  </a:lnTo>
                  <a:lnTo>
                    <a:pt x="229303" y="16029"/>
                  </a:lnTo>
                  <a:lnTo>
                    <a:pt x="224616" y="38001"/>
                  </a:lnTo>
                  <a:lnTo>
                    <a:pt x="219719" y="60182"/>
                  </a:lnTo>
                  <a:lnTo>
                    <a:pt x="217794" y="68009"/>
                  </a:lnTo>
                  <a:lnTo>
                    <a:pt x="217124" y="70645"/>
                  </a:lnTo>
                  <a:lnTo>
                    <a:pt x="216580" y="72194"/>
                  </a:lnTo>
                  <a:lnTo>
                    <a:pt x="216580" y="72194"/>
                  </a:lnTo>
                  <a:lnTo>
                    <a:pt x="215869" y="73407"/>
                  </a:lnTo>
                  <a:lnTo>
                    <a:pt x="215199" y="74621"/>
                  </a:lnTo>
                  <a:lnTo>
                    <a:pt x="214153" y="75667"/>
                  </a:lnTo>
                  <a:lnTo>
                    <a:pt x="212939" y="76923"/>
                  </a:lnTo>
                  <a:lnTo>
                    <a:pt x="212939" y="76923"/>
                  </a:lnTo>
                  <a:lnTo>
                    <a:pt x="113543" y="139700"/>
                  </a:lnTo>
                  <a:lnTo>
                    <a:pt x="44655" y="183267"/>
                  </a:lnTo>
                  <a:lnTo>
                    <a:pt x="21470" y="198083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" name="Google Shape;142;p10"/>
            <p:cNvSpPr/>
            <p:nvPr/>
          </p:nvSpPr>
          <p:spPr>
            <a:xfrm>
              <a:off x="948004" y="866798"/>
              <a:ext cx="3507616" cy="2506985"/>
            </a:xfrm>
            <a:custGeom>
              <a:avLst/>
              <a:gdLst/>
              <a:ahLst/>
              <a:cxnLst/>
              <a:rect l="l" t="t" r="r" b="b"/>
              <a:pathLst>
                <a:path w="231564" h="207876" extrusionOk="0">
                  <a:moveTo>
                    <a:pt x="11844" y="204193"/>
                  </a:moveTo>
                  <a:lnTo>
                    <a:pt x="11844" y="204193"/>
                  </a:lnTo>
                  <a:lnTo>
                    <a:pt x="9961" y="205616"/>
                  </a:lnTo>
                  <a:lnTo>
                    <a:pt x="8203" y="206662"/>
                  </a:lnTo>
                  <a:lnTo>
                    <a:pt x="6613" y="207332"/>
                  </a:lnTo>
                  <a:lnTo>
                    <a:pt x="5231" y="207709"/>
                  </a:lnTo>
                  <a:lnTo>
                    <a:pt x="4185" y="207876"/>
                  </a:lnTo>
                  <a:lnTo>
                    <a:pt x="3139" y="207709"/>
                  </a:lnTo>
                  <a:lnTo>
                    <a:pt x="2427" y="207499"/>
                  </a:lnTo>
                  <a:lnTo>
                    <a:pt x="1758" y="207164"/>
                  </a:lnTo>
                  <a:lnTo>
                    <a:pt x="1214" y="206662"/>
                  </a:lnTo>
                  <a:lnTo>
                    <a:pt x="879" y="206118"/>
                  </a:lnTo>
                  <a:lnTo>
                    <a:pt x="335" y="205072"/>
                  </a:lnTo>
                  <a:lnTo>
                    <a:pt x="0" y="204193"/>
                  </a:lnTo>
                  <a:lnTo>
                    <a:pt x="0" y="203858"/>
                  </a:lnTo>
                  <a:lnTo>
                    <a:pt x="1214" y="197915"/>
                  </a:lnTo>
                  <a:lnTo>
                    <a:pt x="1214" y="197915"/>
                  </a:lnTo>
                  <a:lnTo>
                    <a:pt x="5399" y="177534"/>
                  </a:lnTo>
                  <a:lnTo>
                    <a:pt x="9082" y="160249"/>
                  </a:lnTo>
                  <a:lnTo>
                    <a:pt x="11007" y="152046"/>
                  </a:lnTo>
                  <a:lnTo>
                    <a:pt x="12555" y="145099"/>
                  </a:lnTo>
                  <a:lnTo>
                    <a:pt x="12555" y="145099"/>
                  </a:lnTo>
                  <a:lnTo>
                    <a:pt x="13434" y="142127"/>
                  </a:lnTo>
                  <a:lnTo>
                    <a:pt x="14648" y="139323"/>
                  </a:lnTo>
                  <a:lnTo>
                    <a:pt x="14648" y="139323"/>
                  </a:lnTo>
                  <a:lnTo>
                    <a:pt x="16029" y="136352"/>
                  </a:lnTo>
                  <a:lnTo>
                    <a:pt x="17787" y="133422"/>
                  </a:lnTo>
                  <a:lnTo>
                    <a:pt x="19879" y="130618"/>
                  </a:lnTo>
                  <a:lnTo>
                    <a:pt x="22139" y="127982"/>
                  </a:lnTo>
                  <a:lnTo>
                    <a:pt x="24609" y="125554"/>
                  </a:lnTo>
                  <a:lnTo>
                    <a:pt x="27371" y="123127"/>
                  </a:lnTo>
                  <a:lnTo>
                    <a:pt x="30175" y="121034"/>
                  </a:lnTo>
                  <a:lnTo>
                    <a:pt x="33146" y="118774"/>
                  </a:lnTo>
                  <a:lnTo>
                    <a:pt x="33146" y="118774"/>
                  </a:lnTo>
                  <a:lnTo>
                    <a:pt x="120490" y="65037"/>
                  </a:lnTo>
                  <a:lnTo>
                    <a:pt x="183267" y="26492"/>
                  </a:lnTo>
                  <a:lnTo>
                    <a:pt x="206452" y="12388"/>
                  </a:lnTo>
                  <a:lnTo>
                    <a:pt x="219217" y="4729"/>
                  </a:lnTo>
                  <a:lnTo>
                    <a:pt x="219217" y="4729"/>
                  </a:lnTo>
                  <a:lnTo>
                    <a:pt x="224448" y="1758"/>
                  </a:lnTo>
                  <a:lnTo>
                    <a:pt x="224448" y="1758"/>
                  </a:lnTo>
                  <a:lnTo>
                    <a:pt x="225495" y="1214"/>
                  </a:lnTo>
                  <a:lnTo>
                    <a:pt x="226708" y="711"/>
                  </a:lnTo>
                  <a:lnTo>
                    <a:pt x="228089" y="335"/>
                  </a:lnTo>
                  <a:lnTo>
                    <a:pt x="229471" y="0"/>
                  </a:lnTo>
                  <a:lnTo>
                    <a:pt x="230015" y="0"/>
                  </a:lnTo>
                  <a:lnTo>
                    <a:pt x="230517" y="167"/>
                  </a:lnTo>
                  <a:lnTo>
                    <a:pt x="231061" y="544"/>
                  </a:lnTo>
                  <a:lnTo>
                    <a:pt x="231228" y="879"/>
                  </a:lnTo>
                  <a:lnTo>
                    <a:pt x="231396" y="1381"/>
                  </a:lnTo>
                  <a:lnTo>
                    <a:pt x="231396" y="2093"/>
                  </a:lnTo>
                  <a:lnTo>
                    <a:pt x="231396" y="2093"/>
                  </a:lnTo>
                  <a:lnTo>
                    <a:pt x="231228" y="2971"/>
                  </a:lnTo>
                  <a:lnTo>
                    <a:pt x="231228" y="2971"/>
                  </a:lnTo>
                  <a:lnTo>
                    <a:pt x="231563" y="3474"/>
                  </a:lnTo>
                  <a:lnTo>
                    <a:pt x="231563" y="4353"/>
                  </a:lnTo>
                  <a:lnTo>
                    <a:pt x="231563" y="4353"/>
                  </a:lnTo>
                  <a:lnTo>
                    <a:pt x="229303" y="16029"/>
                  </a:lnTo>
                  <a:lnTo>
                    <a:pt x="224616" y="38001"/>
                  </a:lnTo>
                  <a:lnTo>
                    <a:pt x="219719" y="60182"/>
                  </a:lnTo>
                  <a:lnTo>
                    <a:pt x="217794" y="68009"/>
                  </a:lnTo>
                  <a:lnTo>
                    <a:pt x="217124" y="70645"/>
                  </a:lnTo>
                  <a:lnTo>
                    <a:pt x="216580" y="72194"/>
                  </a:lnTo>
                  <a:lnTo>
                    <a:pt x="216580" y="72194"/>
                  </a:lnTo>
                  <a:lnTo>
                    <a:pt x="215869" y="73407"/>
                  </a:lnTo>
                  <a:lnTo>
                    <a:pt x="215199" y="74621"/>
                  </a:lnTo>
                  <a:lnTo>
                    <a:pt x="214153" y="75667"/>
                  </a:lnTo>
                  <a:lnTo>
                    <a:pt x="212939" y="76923"/>
                  </a:lnTo>
                  <a:lnTo>
                    <a:pt x="212939" y="76923"/>
                  </a:lnTo>
                  <a:lnTo>
                    <a:pt x="113543" y="139700"/>
                  </a:lnTo>
                  <a:lnTo>
                    <a:pt x="44655" y="183267"/>
                  </a:lnTo>
                  <a:lnTo>
                    <a:pt x="21470" y="198083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" name="Google Shape;143;p10"/>
            <p:cNvSpPr/>
            <p:nvPr/>
          </p:nvSpPr>
          <p:spPr>
            <a:xfrm>
              <a:off x="658323" y="2268011"/>
              <a:ext cx="2526363" cy="1805403"/>
            </a:xfrm>
            <a:custGeom>
              <a:avLst/>
              <a:gdLst/>
              <a:ahLst/>
              <a:cxnLst/>
              <a:rect l="l" t="t" r="r" b="b"/>
              <a:pathLst>
                <a:path w="231564" h="207876" extrusionOk="0">
                  <a:moveTo>
                    <a:pt x="11844" y="204193"/>
                  </a:moveTo>
                  <a:lnTo>
                    <a:pt x="11844" y="204193"/>
                  </a:lnTo>
                  <a:lnTo>
                    <a:pt x="9961" y="205616"/>
                  </a:lnTo>
                  <a:lnTo>
                    <a:pt x="8203" y="206662"/>
                  </a:lnTo>
                  <a:lnTo>
                    <a:pt x="6613" y="207332"/>
                  </a:lnTo>
                  <a:lnTo>
                    <a:pt x="5231" y="207709"/>
                  </a:lnTo>
                  <a:lnTo>
                    <a:pt x="4185" y="207876"/>
                  </a:lnTo>
                  <a:lnTo>
                    <a:pt x="3139" y="207709"/>
                  </a:lnTo>
                  <a:lnTo>
                    <a:pt x="2427" y="207499"/>
                  </a:lnTo>
                  <a:lnTo>
                    <a:pt x="1758" y="207164"/>
                  </a:lnTo>
                  <a:lnTo>
                    <a:pt x="1214" y="206662"/>
                  </a:lnTo>
                  <a:lnTo>
                    <a:pt x="879" y="206118"/>
                  </a:lnTo>
                  <a:lnTo>
                    <a:pt x="335" y="205072"/>
                  </a:lnTo>
                  <a:lnTo>
                    <a:pt x="0" y="204193"/>
                  </a:lnTo>
                  <a:lnTo>
                    <a:pt x="0" y="203858"/>
                  </a:lnTo>
                  <a:lnTo>
                    <a:pt x="1214" y="197915"/>
                  </a:lnTo>
                  <a:lnTo>
                    <a:pt x="1214" y="197915"/>
                  </a:lnTo>
                  <a:lnTo>
                    <a:pt x="5399" y="177534"/>
                  </a:lnTo>
                  <a:lnTo>
                    <a:pt x="9082" y="160249"/>
                  </a:lnTo>
                  <a:lnTo>
                    <a:pt x="11007" y="152046"/>
                  </a:lnTo>
                  <a:lnTo>
                    <a:pt x="12555" y="145099"/>
                  </a:lnTo>
                  <a:lnTo>
                    <a:pt x="12555" y="145099"/>
                  </a:lnTo>
                  <a:lnTo>
                    <a:pt x="13434" y="142127"/>
                  </a:lnTo>
                  <a:lnTo>
                    <a:pt x="14648" y="139323"/>
                  </a:lnTo>
                  <a:lnTo>
                    <a:pt x="14648" y="139323"/>
                  </a:lnTo>
                  <a:lnTo>
                    <a:pt x="16029" y="136352"/>
                  </a:lnTo>
                  <a:lnTo>
                    <a:pt x="17787" y="133422"/>
                  </a:lnTo>
                  <a:lnTo>
                    <a:pt x="19879" y="130618"/>
                  </a:lnTo>
                  <a:lnTo>
                    <a:pt x="22139" y="127982"/>
                  </a:lnTo>
                  <a:lnTo>
                    <a:pt x="24609" y="125554"/>
                  </a:lnTo>
                  <a:lnTo>
                    <a:pt x="27371" y="123127"/>
                  </a:lnTo>
                  <a:lnTo>
                    <a:pt x="30175" y="121034"/>
                  </a:lnTo>
                  <a:lnTo>
                    <a:pt x="33146" y="118774"/>
                  </a:lnTo>
                  <a:lnTo>
                    <a:pt x="33146" y="118774"/>
                  </a:lnTo>
                  <a:lnTo>
                    <a:pt x="120490" y="65037"/>
                  </a:lnTo>
                  <a:lnTo>
                    <a:pt x="183267" y="26492"/>
                  </a:lnTo>
                  <a:lnTo>
                    <a:pt x="206452" y="12388"/>
                  </a:lnTo>
                  <a:lnTo>
                    <a:pt x="219217" y="4729"/>
                  </a:lnTo>
                  <a:lnTo>
                    <a:pt x="219217" y="4729"/>
                  </a:lnTo>
                  <a:lnTo>
                    <a:pt x="224448" y="1758"/>
                  </a:lnTo>
                  <a:lnTo>
                    <a:pt x="224448" y="1758"/>
                  </a:lnTo>
                  <a:lnTo>
                    <a:pt x="225495" y="1214"/>
                  </a:lnTo>
                  <a:lnTo>
                    <a:pt x="226708" y="711"/>
                  </a:lnTo>
                  <a:lnTo>
                    <a:pt x="228089" y="335"/>
                  </a:lnTo>
                  <a:lnTo>
                    <a:pt x="229471" y="0"/>
                  </a:lnTo>
                  <a:lnTo>
                    <a:pt x="230015" y="0"/>
                  </a:lnTo>
                  <a:lnTo>
                    <a:pt x="230517" y="167"/>
                  </a:lnTo>
                  <a:lnTo>
                    <a:pt x="231061" y="544"/>
                  </a:lnTo>
                  <a:lnTo>
                    <a:pt x="231228" y="879"/>
                  </a:lnTo>
                  <a:lnTo>
                    <a:pt x="231396" y="1381"/>
                  </a:lnTo>
                  <a:lnTo>
                    <a:pt x="231396" y="2093"/>
                  </a:lnTo>
                  <a:lnTo>
                    <a:pt x="231396" y="2093"/>
                  </a:lnTo>
                  <a:lnTo>
                    <a:pt x="231228" y="2971"/>
                  </a:lnTo>
                  <a:lnTo>
                    <a:pt x="231228" y="2971"/>
                  </a:lnTo>
                  <a:lnTo>
                    <a:pt x="231563" y="3474"/>
                  </a:lnTo>
                  <a:lnTo>
                    <a:pt x="231563" y="4353"/>
                  </a:lnTo>
                  <a:lnTo>
                    <a:pt x="231563" y="4353"/>
                  </a:lnTo>
                  <a:lnTo>
                    <a:pt x="229303" y="16029"/>
                  </a:lnTo>
                  <a:lnTo>
                    <a:pt x="224616" y="38001"/>
                  </a:lnTo>
                  <a:lnTo>
                    <a:pt x="219719" y="60182"/>
                  </a:lnTo>
                  <a:lnTo>
                    <a:pt x="217794" y="68009"/>
                  </a:lnTo>
                  <a:lnTo>
                    <a:pt x="217124" y="70645"/>
                  </a:lnTo>
                  <a:lnTo>
                    <a:pt x="216580" y="72194"/>
                  </a:lnTo>
                  <a:lnTo>
                    <a:pt x="216580" y="72194"/>
                  </a:lnTo>
                  <a:lnTo>
                    <a:pt x="215869" y="73407"/>
                  </a:lnTo>
                  <a:lnTo>
                    <a:pt x="215199" y="74621"/>
                  </a:lnTo>
                  <a:lnTo>
                    <a:pt x="214153" y="75667"/>
                  </a:lnTo>
                  <a:lnTo>
                    <a:pt x="212939" y="76923"/>
                  </a:lnTo>
                  <a:lnTo>
                    <a:pt x="212939" y="76923"/>
                  </a:lnTo>
                  <a:lnTo>
                    <a:pt x="113543" y="139700"/>
                  </a:lnTo>
                  <a:lnTo>
                    <a:pt x="44655" y="183267"/>
                  </a:lnTo>
                  <a:lnTo>
                    <a:pt x="21470" y="198083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" name="Google Shape;144;p10"/>
            <p:cNvSpPr/>
            <p:nvPr/>
          </p:nvSpPr>
          <p:spPr>
            <a:xfrm>
              <a:off x="1081504" y="2156248"/>
              <a:ext cx="3507616" cy="2506985"/>
            </a:xfrm>
            <a:custGeom>
              <a:avLst/>
              <a:gdLst/>
              <a:ahLst/>
              <a:cxnLst/>
              <a:rect l="l" t="t" r="r" b="b"/>
              <a:pathLst>
                <a:path w="231564" h="207876" extrusionOk="0">
                  <a:moveTo>
                    <a:pt x="11844" y="204193"/>
                  </a:moveTo>
                  <a:lnTo>
                    <a:pt x="11844" y="204193"/>
                  </a:lnTo>
                  <a:lnTo>
                    <a:pt x="9961" y="205616"/>
                  </a:lnTo>
                  <a:lnTo>
                    <a:pt x="8203" y="206662"/>
                  </a:lnTo>
                  <a:lnTo>
                    <a:pt x="6613" y="207332"/>
                  </a:lnTo>
                  <a:lnTo>
                    <a:pt x="5231" y="207709"/>
                  </a:lnTo>
                  <a:lnTo>
                    <a:pt x="4185" y="207876"/>
                  </a:lnTo>
                  <a:lnTo>
                    <a:pt x="3139" y="207709"/>
                  </a:lnTo>
                  <a:lnTo>
                    <a:pt x="2427" y="207499"/>
                  </a:lnTo>
                  <a:lnTo>
                    <a:pt x="1758" y="207164"/>
                  </a:lnTo>
                  <a:lnTo>
                    <a:pt x="1214" y="206662"/>
                  </a:lnTo>
                  <a:lnTo>
                    <a:pt x="879" y="206118"/>
                  </a:lnTo>
                  <a:lnTo>
                    <a:pt x="335" y="205072"/>
                  </a:lnTo>
                  <a:lnTo>
                    <a:pt x="0" y="204193"/>
                  </a:lnTo>
                  <a:lnTo>
                    <a:pt x="0" y="203858"/>
                  </a:lnTo>
                  <a:lnTo>
                    <a:pt x="1214" y="197915"/>
                  </a:lnTo>
                  <a:lnTo>
                    <a:pt x="1214" y="197915"/>
                  </a:lnTo>
                  <a:lnTo>
                    <a:pt x="5399" y="177534"/>
                  </a:lnTo>
                  <a:lnTo>
                    <a:pt x="9082" y="160249"/>
                  </a:lnTo>
                  <a:lnTo>
                    <a:pt x="11007" y="152046"/>
                  </a:lnTo>
                  <a:lnTo>
                    <a:pt x="12555" y="145099"/>
                  </a:lnTo>
                  <a:lnTo>
                    <a:pt x="12555" y="145099"/>
                  </a:lnTo>
                  <a:lnTo>
                    <a:pt x="13434" y="142127"/>
                  </a:lnTo>
                  <a:lnTo>
                    <a:pt x="14648" y="139323"/>
                  </a:lnTo>
                  <a:lnTo>
                    <a:pt x="14648" y="139323"/>
                  </a:lnTo>
                  <a:lnTo>
                    <a:pt x="16029" y="136352"/>
                  </a:lnTo>
                  <a:lnTo>
                    <a:pt x="17787" y="133422"/>
                  </a:lnTo>
                  <a:lnTo>
                    <a:pt x="19879" y="130618"/>
                  </a:lnTo>
                  <a:lnTo>
                    <a:pt x="22139" y="127982"/>
                  </a:lnTo>
                  <a:lnTo>
                    <a:pt x="24609" y="125554"/>
                  </a:lnTo>
                  <a:lnTo>
                    <a:pt x="27371" y="123127"/>
                  </a:lnTo>
                  <a:lnTo>
                    <a:pt x="30175" y="121034"/>
                  </a:lnTo>
                  <a:lnTo>
                    <a:pt x="33146" y="118774"/>
                  </a:lnTo>
                  <a:lnTo>
                    <a:pt x="33146" y="118774"/>
                  </a:lnTo>
                  <a:lnTo>
                    <a:pt x="120490" y="65037"/>
                  </a:lnTo>
                  <a:lnTo>
                    <a:pt x="183267" y="26492"/>
                  </a:lnTo>
                  <a:lnTo>
                    <a:pt x="206452" y="12388"/>
                  </a:lnTo>
                  <a:lnTo>
                    <a:pt x="219217" y="4729"/>
                  </a:lnTo>
                  <a:lnTo>
                    <a:pt x="219217" y="4729"/>
                  </a:lnTo>
                  <a:lnTo>
                    <a:pt x="224448" y="1758"/>
                  </a:lnTo>
                  <a:lnTo>
                    <a:pt x="224448" y="1758"/>
                  </a:lnTo>
                  <a:lnTo>
                    <a:pt x="225495" y="1214"/>
                  </a:lnTo>
                  <a:lnTo>
                    <a:pt x="226708" y="711"/>
                  </a:lnTo>
                  <a:lnTo>
                    <a:pt x="228089" y="335"/>
                  </a:lnTo>
                  <a:lnTo>
                    <a:pt x="229471" y="0"/>
                  </a:lnTo>
                  <a:lnTo>
                    <a:pt x="230015" y="0"/>
                  </a:lnTo>
                  <a:lnTo>
                    <a:pt x="230517" y="167"/>
                  </a:lnTo>
                  <a:lnTo>
                    <a:pt x="231061" y="544"/>
                  </a:lnTo>
                  <a:lnTo>
                    <a:pt x="231228" y="879"/>
                  </a:lnTo>
                  <a:lnTo>
                    <a:pt x="231396" y="1381"/>
                  </a:lnTo>
                  <a:lnTo>
                    <a:pt x="231396" y="2093"/>
                  </a:lnTo>
                  <a:lnTo>
                    <a:pt x="231396" y="2093"/>
                  </a:lnTo>
                  <a:lnTo>
                    <a:pt x="231228" y="2971"/>
                  </a:lnTo>
                  <a:lnTo>
                    <a:pt x="231228" y="2971"/>
                  </a:lnTo>
                  <a:lnTo>
                    <a:pt x="231563" y="3474"/>
                  </a:lnTo>
                  <a:lnTo>
                    <a:pt x="231563" y="4353"/>
                  </a:lnTo>
                  <a:lnTo>
                    <a:pt x="231563" y="4353"/>
                  </a:lnTo>
                  <a:lnTo>
                    <a:pt x="229303" y="16029"/>
                  </a:lnTo>
                  <a:lnTo>
                    <a:pt x="224616" y="38001"/>
                  </a:lnTo>
                  <a:lnTo>
                    <a:pt x="219719" y="60182"/>
                  </a:lnTo>
                  <a:lnTo>
                    <a:pt x="217794" y="68009"/>
                  </a:lnTo>
                  <a:lnTo>
                    <a:pt x="217124" y="70645"/>
                  </a:lnTo>
                  <a:lnTo>
                    <a:pt x="216580" y="72194"/>
                  </a:lnTo>
                  <a:lnTo>
                    <a:pt x="216580" y="72194"/>
                  </a:lnTo>
                  <a:lnTo>
                    <a:pt x="215869" y="73407"/>
                  </a:lnTo>
                  <a:lnTo>
                    <a:pt x="215199" y="74621"/>
                  </a:lnTo>
                  <a:lnTo>
                    <a:pt x="214153" y="75667"/>
                  </a:lnTo>
                  <a:lnTo>
                    <a:pt x="212939" y="76923"/>
                  </a:lnTo>
                  <a:lnTo>
                    <a:pt x="212939" y="76923"/>
                  </a:lnTo>
                  <a:lnTo>
                    <a:pt x="113543" y="139700"/>
                  </a:lnTo>
                  <a:lnTo>
                    <a:pt x="44655" y="183267"/>
                  </a:lnTo>
                  <a:lnTo>
                    <a:pt x="21470" y="198083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45" name="Google Shape;145;p10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46" name="Google Shape;146;p10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47" name="Google Shape;1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 1">
  <p:cSld name="CUSTOM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12"/>
          <p:cNvGrpSpPr/>
          <p:nvPr/>
        </p:nvGrpSpPr>
        <p:grpSpPr>
          <a:xfrm>
            <a:off x="3195451" y="1498967"/>
            <a:ext cx="2753098" cy="1058429"/>
            <a:chOff x="2756550" y="3350475"/>
            <a:chExt cx="1886200" cy="725150"/>
          </a:xfrm>
        </p:grpSpPr>
        <p:sp>
          <p:nvSpPr>
            <p:cNvPr id="152" name="Google Shape;152;p12"/>
            <p:cNvSpPr/>
            <p:nvPr/>
          </p:nvSpPr>
          <p:spPr>
            <a:xfrm>
              <a:off x="4362600" y="3395025"/>
              <a:ext cx="280150" cy="285300"/>
            </a:xfrm>
            <a:custGeom>
              <a:avLst/>
              <a:gdLst/>
              <a:ahLst/>
              <a:cxnLst/>
              <a:rect l="l" t="t" r="r" b="b"/>
              <a:pathLst>
                <a:path w="11206" h="11412" extrusionOk="0">
                  <a:moveTo>
                    <a:pt x="10991" y="0"/>
                  </a:moveTo>
                  <a:cubicBezTo>
                    <a:pt x="10761" y="0"/>
                    <a:pt x="10413" y="187"/>
                    <a:pt x="10413" y="187"/>
                  </a:cubicBezTo>
                  <a:cubicBezTo>
                    <a:pt x="10413" y="187"/>
                    <a:pt x="2537" y="4713"/>
                    <a:pt x="1299" y="5485"/>
                  </a:cubicBezTo>
                  <a:cubicBezTo>
                    <a:pt x="609" y="5911"/>
                    <a:pt x="284" y="6520"/>
                    <a:pt x="142" y="7007"/>
                  </a:cubicBezTo>
                  <a:cubicBezTo>
                    <a:pt x="20" y="7372"/>
                    <a:pt x="0" y="7656"/>
                    <a:pt x="0" y="7656"/>
                  </a:cubicBezTo>
                  <a:lnTo>
                    <a:pt x="0" y="7677"/>
                  </a:lnTo>
                  <a:lnTo>
                    <a:pt x="20" y="7717"/>
                  </a:lnTo>
                  <a:cubicBezTo>
                    <a:pt x="1218" y="8895"/>
                    <a:pt x="3146" y="10194"/>
                    <a:pt x="4506" y="11290"/>
                  </a:cubicBezTo>
                  <a:cubicBezTo>
                    <a:pt x="4547" y="11330"/>
                    <a:pt x="4608" y="11371"/>
                    <a:pt x="4669" y="11412"/>
                  </a:cubicBezTo>
                  <a:cubicBezTo>
                    <a:pt x="4932" y="11229"/>
                    <a:pt x="5521" y="10843"/>
                    <a:pt x="6820" y="9991"/>
                  </a:cubicBezTo>
                  <a:cubicBezTo>
                    <a:pt x="8748" y="8692"/>
                    <a:pt x="9317" y="8448"/>
                    <a:pt x="9540" y="7900"/>
                  </a:cubicBezTo>
                  <a:cubicBezTo>
                    <a:pt x="9784" y="7352"/>
                    <a:pt x="11123" y="958"/>
                    <a:pt x="11184" y="471"/>
                  </a:cubicBezTo>
                  <a:cubicBezTo>
                    <a:pt x="11204" y="410"/>
                    <a:pt x="11184" y="349"/>
                    <a:pt x="11164" y="309"/>
                  </a:cubicBezTo>
                  <a:cubicBezTo>
                    <a:pt x="11164" y="268"/>
                    <a:pt x="11184" y="248"/>
                    <a:pt x="11184" y="228"/>
                  </a:cubicBezTo>
                  <a:cubicBezTo>
                    <a:pt x="11206" y="56"/>
                    <a:pt x="11116" y="0"/>
                    <a:pt x="10991" y="0"/>
                  </a:cubicBezTo>
                  <a:close/>
                </a:path>
              </a:pathLst>
            </a:custGeom>
            <a:solidFill>
              <a:srgbClr val="EFBC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" name="Google Shape;153;p12"/>
            <p:cNvSpPr/>
            <p:nvPr/>
          </p:nvSpPr>
          <p:spPr>
            <a:xfrm>
              <a:off x="4307275" y="3350475"/>
              <a:ext cx="151250" cy="148700"/>
            </a:xfrm>
            <a:custGeom>
              <a:avLst/>
              <a:gdLst/>
              <a:ahLst/>
              <a:cxnLst/>
              <a:rect l="l" t="t" r="r" b="b"/>
              <a:pathLst>
                <a:path w="6050" h="5948" extrusionOk="0">
                  <a:moveTo>
                    <a:pt x="3127" y="0"/>
                  </a:moveTo>
                  <a:cubicBezTo>
                    <a:pt x="1482" y="0"/>
                    <a:pt x="102" y="1340"/>
                    <a:pt x="62" y="2984"/>
                  </a:cubicBezTo>
                  <a:cubicBezTo>
                    <a:pt x="1" y="4608"/>
                    <a:pt x="1300" y="5947"/>
                    <a:pt x="2924" y="5947"/>
                  </a:cubicBezTo>
                  <a:cubicBezTo>
                    <a:pt x="4568" y="5947"/>
                    <a:pt x="5948" y="4608"/>
                    <a:pt x="5988" y="2984"/>
                  </a:cubicBezTo>
                  <a:cubicBezTo>
                    <a:pt x="6049" y="1340"/>
                    <a:pt x="4750" y="0"/>
                    <a:pt x="31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" name="Google Shape;154;p12"/>
            <p:cNvSpPr/>
            <p:nvPr/>
          </p:nvSpPr>
          <p:spPr>
            <a:xfrm>
              <a:off x="2760600" y="3396650"/>
              <a:ext cx="592200" cy="535875"/>
            </a:xfrm>
            <a:custGeom>
              <a:avLst/>
              <a:gdLst/>
              <a:ahLst/>
              <a:cxnLst/>
              <a:rect l="l" t="t" r="r" b="b"/>
              <a:pathLst>
                <a:path w="23688" h="21435" extrusionOk="0">
                  <a:moveTo>
                    <a:pt x="14676" y="0"/>
                  </a:moveTo>
                  <a:cubicBezTo>
                    <a:pt x="11672" y="0"/>
                    <a:pt x="9297" y="548"/>
                    <a:pt x="7531" y="1624"/>
                  </a:cubicBezTo>
                  <a:cubicBezTo>
                    <a:pt x="6070" y="2517"/>
                    <a:pt x="4933" y="3918"/>
                    <a:pt x="4101" y="5785"/>
                  </a:cubicBezTo>
                  <a:cubicBezTo>
                    <a:pt x="3613" y="6881"/>
                    <a:pt x="3065" y="8708"/>
                    <a:pt x="2457" y="11265"/>
                  </a:cubicBezTo>
                  <a:lnTo>
                    <a:pt x="1" y="21434"/>
                  </a:lnTo>
                  <a:lnTo>
                    <a:pt x="5339" y="21434"/>
                  </a:lnTo>
                  <a:lnTo>
                    <a:pt x="7328" y="13194"/>
                  </a:lnTo>
                  <a:cubicBezTo>
                    <a:pt x="10474" y="13153"/>
                    <a:pt x="12443" y="13275"/>
                    <a:pt x="15264" y="11529"/>
                  </a:cubicBezTo>
                  <a:cubicBezTo>
                    <a:pt x="16442" y="10799"/>
                    <a:pt x="17416" y="9763"/>
                    <a:pt x="18187" y="8383"/>
                  </a:cubicBezTo>
                  <a:lnTo>
                    <a:pt x="8566" y="8383"/>
                  </a:lnTo>
                  <a:cubicBezTo>
                    <a:pt x="9581" y="6008"/>
                    <a:pt x="11327" y="4831"/>
                    <a:pt x="13742" y="4831"/>
                  </a:cubicBezTo>
                  <a:lnTo>
                    <a:pt x="20440" y="4831"/>
                  </a:lnTo>
                  <a:lnTo>
                    <a:pt x="236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" name="Google Shape;155;p12"/>
            <p:cNvSpPr/>
            <p:nvPr/>
          </p:nvSpPr>
          <p:spPr>
            <a:xfrm>
              <a:off x="3055425" y="3396650"/>
              <a:ext cx="545525" cy="535875"/>
            </a:xfrm>
            <a:custGeom>
              <a:avLst/>
              <a:gdLst/>
              <a:ahLst/>
              <a:cxnLst/>
              <a:rect l="l" t="t" r="r" b="b"/>
              <a:pathLst>
                <a:path w="21821" h="21435" extrusionOk="0">
                  <a:moveTo>
                    <a:pt x="14473" y="6698"/>
                  </a:moveTo>
                  <a:lnTo>
                    <a:pt x="15061" y="11671"/>
                  </a:lnTo>
                  <a:lnTo>
                    <a:pt x="11529" y="11671"/>
                  </a:lnTo>
                  <a:lnTo>
                    <a:pt x="14473" y="6698"/>
                  </a:lnTo>
                  <a:close/>
                  <a:moveTo>
                    <a:pt x="13478" y="0"/>
                  </a:moveTo>
                  <a:lnTo>
                    <a:pt x="0" y="21414"/>
                  </a:lnTo>
                  <a:cubicBezTo>
                    <a:pt x="2274" y="21252"/>
                    <a:pt x="4121" y="20724"/>
                    <a:pt x="5562" y="19851"/>
                  </a:cubicBezTo>
                  <a:cubicBezTo>
                    <a:pt x="6760" y="19100"/>
                    <a:pt x="7754" y="18024"/>
                    <a:pt x="8525" y="16624"/>
                  </a:cubicBezTo>
                  <a:lnTo>
                    <a:pt x="15650" y="16624"/>
                  </a:lnTo>
                  <a:lnTo>
                    <a:pt x="16239" y="21434"/>
                  </a:lnTo>
                  <a:lnTo>
                    <a:pt x="21820" y="21434"/>
                  </a:lnTo>
                  <a:lnTo>
                    <a:pt x="185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" name="Google Shape;156;p12"/>
            <p:cNvSpPr/>
            <p:nvPr/>
          </p:nvSpPr>
          <p:spPr>
            <a:xfrm>
              <a:off x="3595850" y="3396650"/>
              <a:ext cx="482600" cy="535875"/>
            </a:xfrm>
            <a:custGeom>
              <a:avLst/>
              <a:gdLst/>
              <a:ahLst/>
              <a:cxnLst/>
              <a:rect l="l" t="t" r="r" b="b"/>
              <a:pathLst>
                <a:path w="19304" h="21435" extrusionOk="0">
                  <a:moveTo>
                    <a:pt x="11935" y="0"/>
                  </a:moveTo>
                  <a:cubicBezTo>
                    <a:pt x="8891" y="0"/>
                    <a:pt x="6475" y="751"/>
                    <a:pt x="4709" y="2274"/>
                  </a:cubicBezTo>
                  <a:cubicBezTo>
                    <a:pt x="2741" y="3979"/>
                    <a:pt x="1340" y="6820"/>
                    <a:pt x="488" y="10799"/>
                  </a:cubicBezTo>
                  <a:cubicBezTo>
                    <a:pt x="82" y="12788"/>
                    <a:pt x="0" y="14513"/>
                    <a:pt x="264" y="15974"/>
                  </a:cubicBezTo>
                  <a:cubicBezTo>
                    <a:pt x="488" y="17091"/>
                    <a:pt x="894" y="18045"/>
                    <a:pt x="1523" y="18857"/>
                  </a:cubicBezTo>
                  <a:cubicBezTo>
                    <a:pt x="2862" y="20582"/>
                    <a:pt x="4973" y="21434"/>
                    <a:pt x="7896" y="21434"/>
                  </a:cubicBezTo>
                  <a:lnTo>
                    <a:pt x="14777" y="21434"/>
                  </a:lnTo>
                  <a:lnTo>
                    <a:pt x="15792" y="16604"/>
                  </a:lnTo>
                  <a:lnTo>
                    <a:pt x="8505" y="16604"/>
                  </a:lnTo>
                  <a:cubicBezTo>
                    <a:pt x="7328" y="16604"/>
                    <a:pt x="6557" y="16380"/>
                    <a:pt x="6171" y="15893"/>
                  </a:cubicBezTo>
                  <a:cubicBezTo>
                    <a:pt x="6009" y="15690"/>
                    <a:pt x="5887" y="15426"/>
                    <a:pt x="5826" y="15081"/>
                  </a:cubicBezTo>
                  <a:cubicBezTo>
                    <a:pt x="5724" y="14574"/>
                    <a:pt x="5745" y="13884"/>
                    <a:pt x="5866" y="13031"/>
                  </a:cubicBezTo>
                  <a:lnTo>
                    <a:pt x="16543" y="13031"/>
                  </a:lnTo>
                  <a:lnTo>
                    <a:pt x="17578" y="8160"/>
                  </a:lnTo>
                  <a:lnTo>
                    <a:pt x="7044" y="8160"/>
                  </a:lnTo>
                  <a:cubicBezTo>
                    <a:pt x="7937" y="5947"/>
                    <a:pt x="9419" y="4831"/>
                    <a:pt x="11550" y="4831"/>
                  </a:cubicBezTo>
                  <a:lnTo>
                    <a:pt x="18289" y="4831"/>
                  </a:lnTo>
                  <a:lnTo>
                    <a:pt x="193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" name="Google Shape;157;p12"/>
            <p:cNvSpPr/>
            <p:nvPr/>
          </p:nvSpPr>
          <p:spPr>
            <a:xfrm>
              <a:off x="4085025" y="3395025"/>
              <a:ext cx="246125" cy="285300"/>
            </a:xfrm>
            <a:custGeom>
              <a:avLst/>
              <a:gdLst/>
              <a:ahLst/>
              <a:cxnLst/>
              <a:rect l="l" t="t" r="r" b="b"/>
              <a:pathLst>
                <a:path w="9845" h="11412" extrusionOk="0">
                  <a:moveTo>
                    <a:pt x="1852" y="0"/>
                  </a:moveTo>
                  <a:cubicBezTo>
                    <a:pt x="1727" y="0"/>
                    <a:pt x="1613" y="56"/>
                    <a:pt x="1563" y="228"/>
                  </a:cubicBezTo>
                  <a:cubicBezTo>
                    <a:pt x="1563" y="248"/>
                    <a:pt x="1543" y="288"/>
                    <a:pt x="1543" y="309"/>
                  </a:cubicBezTo>
                  <a:cubicBezTo>
                    <a:pt x="1502" y="349"/>
                    <a:pt x="1462" y="390"/>
                    <a:pt x="1462" y="471"/>
                  </a:cubicBezTo>
                  <a:cubicBezTo>
                    <a:pt x="1320" y="958"/>
                    <a:pt x="0" y="7352"/>
                    <a:pt x="0" y="7900"/>
                  </a:cubicBezTo>
                  <a:cubicBezTo>
                    <a:pt x="0" y="8448"/>
                    <a:pt x="467" y="8692"/>
                    <a:pt x="1868" y="9991"/>
                  </a:cubicBezTo>
                  <a:cubicBezTo>
                    <a:pt x="2801" y="10843"/>
                    <a:pt x="3228" y="11229"/>
                    <a:pt x="3431" y="11412"/>
                  </a:cubicBezTo>
                  <a:cubicBezTo>
                    <a:pt x="3492" y="11371"/>
                    <a:pt x="3573" y="11330"/>
                    <a:pt x="3654" y="11290"/>
                  </a:cubicBezTo>
                  <a:cubicBezTo>
                    <a:pt x="5460" y="10194"/>
                    <a:pt x="7916" y="8895"/>
                    <a:pt x="9601" y="7717"/>
                  </a:cubicBezTo>
                  <a:cubicBezTo>
                    <a:pt x="9621" y="7697"/>
                    <a:pt x="9642" y="7697"/>
                    <a:pt x="9642" y="7677"/>
                  </a:cubicBezTo>
                  <a:lnTo>
                    <a:pt x="9662" y="7656"/>
                  </a:lnTo>
                  <a:cubicBezTo>
                    <a:pt x="9662" y="7656"/>
                    <a:pt x="9763" y="7372"/>
                    <a:pt x="9784" y="7007"/>
                  </a:cubicBezTo>
                  <a:cubicBezTo>
                    <a:pt x="9845" y="6520"/>
                    <a:pt x="9784" y="5911"/>
                    <a:pt x="9256" y="5485"/>
                  </a:cubicBezTo>
                  <a:cubicBezTo>
                    <a:pt x="8343" y="4713"/>
                    <a:pt x="2355" y="187"/>
                    <a:pt x="2355" y="187"/>
                  </a:cubicBezTo>
                  <a:cubicBezTo>
                    <a:pt x="2355" y="187"/>
                    <a:pt x="2083" y="0"/>
                    <a:pt x="18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" name="Google Shape;158;p12"/>
            <p:cNvSpPr/>
            <p:nvPr/>
          </p:nvSpPr>
          <p:spPr>
            <a:xfrm>
              <a:off x="4326550" y="3586925"/>
              <a:ext cx="234975" cy="376800"/>
            </a:xfrm>
            <a:custGeom>
              <a:avLst/>
              <a:gdLst/>
              <a:ahLst/>
              <a:cxnLst/>
              <a:rect l="l" t="t" r="r" b="b"/>
              <a:pathLst>
                <a:path w="9399" h="15072" extrusionOk="0">
                  <a:moveTo>
                    <a:pt x="1442" y="1"/>
                  </a:moveTo>
                  <a:cubicBezTo>
                    <a:pt x="1381" y="326"/>
                    <a:pt x="732" y="3614"/>
                    <a:pt x="184" y="6212"/>
                  </a:cubicBezTo>
                  <a:cubicBezTo>
                    <a:pt x="21" y="6943"/>
                    <a:pt x="1" y="7491"/>
                    <a:pt x="21" y="7937"/>
                  </a:cubicBezTo>
                  <a:cubicBezTo>
                    <a:pt x="21" y="9338"/>
                    <a:pt x="630" y="9581"/>
                    <a:pt x="630" y="9581"/>
                  </a:cubicBezTo>
                  <a:cubicBezTo>
                    <a:pt x="630" y="9581"/>
                    <a:pt x="5887" y="13742"/>
                    <a:pt x="6740" y="14676"/>
                  </a:cubicBezTo>
                  <a:cubicBezTo>
                    <a:pt x="7016" y="14972"/>
                    <a:pt x="7251" y="15072"/>
                    <a:pt x="7444" y="15072"/>
                  </a:cubicBezTo>
                  <a:cubicBezTo>
                    <a:pt x="7846" y="15072"/>
                    <a:pt x="8059" y="14635"/>
                    <a:pt x="8059" y="14635"/>
                  </a:cubicBezTo>
                  <a:lnTo>
                    <a:pt x="8181" y="13986"/>
                  </a:lnTo>
                  <a:cubicBezTo>
                    <a:pt x="8181" y="13986"/>
                    <a:pt x="9054" y="9967"/>
                    <a:pt x="9358" y="8201"/>
                  </a:cubicBezTo>
                  <a:cubicBezTo>
                    <a:pt x="9399" y="7978"/>
                    <a:pt x="9399" y="7754"/>
                    <a:pt x="9378" y="7531"/>
                  </a:cubicBezTo>
                  <a:lnTo>
                    <a:pt x="9378" y="7511"/>
                  </a:lnTo>
                  <a:cubicBezTo>
                    <a:pt x="9378" y="5644"/>
                    <a:pt x="7410" y="4649"/>
                    <a:pt x="6111" y="3736"/>
                  </a:cubicBezTo>
                  <a:cubicBezTo>
                    <a:pt x="6050" y="3695"/>
                    <a:pt x="5989" y="3654"/>
                    <a:pt x="5948" y="3614"/>
                  </a:cubicBezTo>
                  <a:cubicBezTo>
                    <a:pt x="4588" y="2518"/>
                    <a:pt x="2660" y="1219"/>
                    <a:pt x="1462" y="41"/>
                  </a:cubicBezTo>
                  <a:cubicBezTo>
                    <a:pt x="1462" y="21"/>
                    <a:pt x="1442" y="21"/>
                    <a:pt x="14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" name="Google Shape;159;p12"/>
            <p:cNvSpPr/>
            <p:nvPr/>
          </p:nvSpPr>
          <p:spPr>
            <a:xfrm>
              <a:off x="4008900" y="3586925"/>
              <a:ext cx="317175" cy="376800"/>
            </a:xfrm>
            <a:custGeom>
              <a:avLst/>
              <a:gdLst/>
              <a:ahLst/>
              <a:cxnLst/>
              <a:rect l="l" t="t" r="r" b="b"/>
              <a:pathLst>
                <a:path w="12687" h="15072" extrusionOk="0">
                  <a:moveTo>
                    <a:pt x="12687" y="1"/>
                  </a:moveTo>
                  <a:lnTo>
                    <a:pt x="12687" y="1"/>
                  </a:lnTo>
                  <a:cubicBezTo>
                    <a:pt x="12686" y="4"/>
                    <a:pt x="12686" y="6"/>
                    <a:pt x="12685" y="10"/>
                  </a:cubicBezTo>
                  <a:lnTo>
                    <a:pt x="12685" y="10"/>
                  </a:lnTo>
                  <a:cubicBezTo>
                    <a:pt x="12686" y="7"/>
                    <a:pt x="12687" y="4"/>
                    <a:pt x="12687" y="1"/>
                  </a:cubicBezTo>
                  <a:close/>
                  <a:moveTo>
                    <a:pt x="12685" y="10"/>
                  </a:moveTo>
                  <a:cubicBezTo>
                    <a:pt x="12680" y="22"/>
                    <a:pt x="12663" y="25"/>
                    <a:pt x="12646" y="41"/>
                  </a:cubicBezTo>
                  <a:cubicBezTo>
                    <a:pt x="10961" y="1219"/>
                    <a:pt x="8505" y="2518"/>
                    <a:pt x="6699" y="3614"/>
                  </a:cubicBezTo>
                  <a:cubicBezTo>
                    <a:pt x="6618" y="3654"/>
                    <a:pt x="6537" y="3695"/>
                    <a:pt x="6476" y="3736"/>
                  </a:cubicBezTo>
                  <a:cubicBezTo>
                    <a:pt x="5603" y="4202"/>
                    <a:pt x="4547" y="4710"/>
                    <a:pt x="3614" y="5339"/>
                  </a:cubicBezTo>
                  <a:cubicBezTo>
                    <a:pt x="2741" y="5928"/>
                    <a:pt x="1970" y="6638"/>
                    <a:pt x="1604" y="7572"/>
                  </a:cubicBezTo>
                  <a:cubicBezTo>
                    <a:pt x="1503" y="7775"/>
                    <a:pt x="1422" y="7998"/>
                    <a:pt x="1361" y="8201"/>
                  </a:cubicBezTo>
                  <a:cubicBezTo>
                    <a:pt x="934" y="9967"/>
                    <a:pt x="122" y="13986"/>
                    <a:pt x="122" y="13986"/>
                  </a:cubicBezTo>
                  <a:lnTo>
                    <a:pt x="1" y="14635"/>
                  </a:lnTo>
                  <a:cubicBezTo>
                    <a:pt x="1" y="14635"/>
                    <a:pt x="29" y="15072"/>
                    <a:pt x="429" y="15072"/>
                  </a:cubicBezTo>
                  <a:cubicBezTo>
                    <a:pt x="621" y="15072"/>
                    <a:pt x="899" y="14972"/>
                    <a:pt x="1300" y="14676"/>
                  </a:cubicBezTo>
                  <a:cubicBezTo>
                    <a:pt x="2538" y="13742"/>
                    <a:pt x="9520" y="9581"/>
                    <a:pt x="9520" y="9581"/>
                  </a:cubicBezTo>
                  <a:cubicBezTo>
                    <a:pt x="9520" y="9581"/>
                    <a:pt x="10251" y="9317"/>
                    <a:pt x="10819" y="7917"/>
                  </a:cubicBezTo>
                  <a:cubicBezTo>
                    <a:pt x="11022" y="7470"/>
                    <a:pt x="11225" y="6922"/>
                    <a:pt x="11367" y="6212"/>
                  </a:cubicBezTo>
                  <a:cubicBezTo>
                    <a:pt x="11911" y="3636"/>
                    <a:pt x="12614" y="381"/>
                    <a:pt x="12685" y="10"/>
                  </a:cubicBezTo>
                  <a:close/>
                </a:path>
              </a:pathLst>
            </a:custGeom>
            <a:solidFill>
              <a:srgbClr val="EFBC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" name="Google Shape;160;p12"/>
            <p:cNvSpPr/>
            <p:nvPr/>
          </p:nvSpPr>
          <p:spPr>
            <a:xfrm>
              <a:off x="2756550" y="3983750"/>
              <a:ext cx="1806000" cy="91875"/>
            </a:xfrm>
            <a:custGeom>
              <a:avLst/>
              <a:gdLst/>
              <a:ahLst/>
              <a:cxnLst/>
              <a:rect l="l" t="t" r="r" b="b"/>
              <a:pathLst>
                <a:path w="72240" h="3675" extrusionOk="0">
                  <a:moveTo>
                    <a:pt x="58092" y="853"/>
                  </a:moveTo>
                  <a:cubicBezTo>
                    <a:pt x="58295" y="853"/>
                    <a:pt x="58437" y="873"/>
                    <a:pt x="58518" y="914"/>
                  </a:cubicBezTo>
                  <a:cubicBezTo>
                    <a:pt x="58559" y="934"/>
                    <a:pt x="58579" y="995"/>
                    <a:pt x="58579" y="1097"/>
                  </a:cubicBezTo>
                  <a:cubicBezTo>
                    <a:pt x="58579" y="1279"/>
                    <a:pt x="58518" y="1381"/>
                    <a:pt x="58417" y="1421"/>
                  </a:cubicBezTo>
                  <a:cubicBezTo>
                    <a:pt x="58336" y="1462"/>
                    <a:pt x="58193" y="1482"/>
                    <a:pt x="57970" y="1482"/>
                  </a:cubicBezTo>
                  <a:lnTo>
                    <a:pt x="57239" y="1482"/>
                  </a:lnTo>
                  <a:lnTo>
                    <a:pt x="57260" y="853"/>
                  </a:lnTo>
                  <a:close/>
                  <a:moveTo>
                    <a:pt x="4912" y="1137"/>
                  </a:moveTo>
                  <a:lnTo>
                    <a:pt x="5257" y="1990"/>
                  </a:lnTo>
                  <a:lnTo>
                    <a:pt x="4567" y="1990"/>
                  </a:lnTo>
                  <a:lnTo>
                    <a:pt x="4912" y="1137"/>
                  </a:lnTo>
                  <a:close/>
                  <a:moveTo>
                    <a:pt x="22388" y="1137"/>
                  </a:moveTo>
                  <a:lnTo>
                    <a:pt x="22733" y="1990"/>
                  </a:lnTo>
                  <a:lnTo>
                    <a:pt x="22043" y="1990"/>
                  </a:lnTo>
                  <a:lnTo>
                    <a:pt x="22388" y="1137"/>
                  </a:lnTo>
                  <a:close/>
                  <a:moveTo>
                    <a:pt x="70149" y="1137"/>
                  </a:moveTo>
                  <a:lnTo>
                    <a:pt x="70494" y="1990"/>
                  </a:lnTo>
                  <a:lnTo>
                    <a:pt x="69804" y="1990"/>
                  </a:lnTo>
                  <a:lnTo>
                    <a:pt x="70149" y="1137"/>
                  </a:lnTo>
                  <a:close/>
                  <a:moveTo>
                    <a:pt x="18654" y="812"/>
                  </a:moveTo>
                  <a:cubicBezTo>
                    <a:pt x="18897" y="812"/>
                    <a:pt x="19060" y="853"/>
                    <a:pt x="19141" y="914"/>
                  </a:cubicBezTo>
                  <a:cubicBezTo>
                    <a:pt x="19161" y="954"/>
                    <a:pt x="19202" y="995"/>
                    <a:pt x="19242" y="1076"/>
                  </a:cubicBezTo>
                  <a:cubicBezTo>
                    <a:pt x="19303" y="1239"/>
                    <a:pt x="19344" y="1462"/>
                    <a:pt x="19344" y="1766"/>
                  </a:cubicBezTo>
                  <a:cubicBezTo>
                    <a:pt x="19344" y="2193"/>
                    <a:pt x="19283" y="2477"/>
                    <a:pt x="19161" y="2619"/>
                  </a:cubicBezTo>
                  <a:cubicBezTo>
                    <a:pt x="19060" y="2741"/>
                    <a:pt x="18836" y="2802"/>
                    <a:pt x="18532" y="2802"/>
                  </a:cubicBezTo>
                  <a:lnTo>
                    <a:pt x="17862" y="2802"/>
                  </a:lnTo>
                  <a:lnTo>
                    <a:pt x="17862" y="833"/>
                  </a:lnTo>
                  <a:lnTo>
                    <a:pt x="18654" y="812"/>
                  </a:lnTo>
                  <a:close/>
                  <a:moveTo>
                    <a:pt x="26549" y="812"/>
                  </a:moveTo>
                  <a:cubicBezTo>
                    <a:pt x="26793" y="812"/>
                    <a:pt x="26935" y="853"/>
                    <a:pt x="27016" y="914"/>
                  </a:cubicBezTo>
                  <a:cubicBezTo>
                    <a:pt x="27057" y="954"/>
                    <a:pt x="27097" y="995"/>
                    <a:pt x="27118" y="1076"/>
                  </a:cubicBezTo>
                  <a:cubicBezTo>
                    <a:pt x="27199" y="1239"/>
                    <a:pt x="27240" y="1462"/>
                    <a:pt x="27219" y="1766"/>
                  </a:cubicBezTo>
                  <a:cubicBezTo>
                    <a:pt x="27219" y="2193"/>
                    <a:pt x="27179" y="2477"/>
                    <a:pt x="27057" y="2619"/>
                  </a:cubicBezTo>
                  <a:cubicBezTo>
                    <a:pt x="26955" y="2741"/>
                    <a:pt x="26732" y="2802"/>
                    <a:pt x="26407" y="2802"/>
                  </a:cubicBezTo>
                  <a:lnTo>
                    <a:pt x="25738" y="2802"/>
                  </a:lnTo>
                  <a:lnTo>
                    <a:pt x="25758" y="833"/>
                  </a:lnTo>
                  <a:lnTo>
                    <a:pt x="26549" y="812"/>
                  </a:lnTo>
                  <a:close/>
                  <a:moveTo>
                    <a:pt x="36922" y="812"/>
                  </a:moveTo>
                  <a:cubicBezTo>
                    <a:pt x="37165" y="812"/>
                    <a:pt x="37327" y="853"/>
                    <a:pt x="37409" y="914"/>
                  </a:cubicBezTo>
                  <a:cubicBezTo>
                    <a:pt x="37449" y="954"/>
                    <a:pt x="37490" y="995"/>
                    <a:pt x="37510" y="1076"/>
                  </a:cubicBezTo>
                  <a:cubicBezTo>
                    <a:pt x="37591" y="1239"/>
                    <a:pt x="37612" y="1462"/>
                    <a:pt x="37612" y="1766"/>
                  </a:cubicBezTo>
                  <a:cubicBezTo>
                    <a:pt x="37612" y="2193"/>
                    <a:pt x="37551" y="2477"/>
                    <a:pt x="37449" y="2619"/>
                  </a:cubicBezTo>
                  <a:cubicBezTo>
                    <a:pt x="37327" y="2741"/>
                    <a:pt x="37124" y="2802"/>
                    <a:pt x="36800" y="2802"/>
                  </a:cubicBezTo>
                  <a:lnTo>
                    <a:pt x="36130" y="2802"/>
                  </a:lnTo>
                  <a:lnTo>
                    <a:pt x="36150" y="833"/>
                  </a:lnTo>
                  <a:lnTo>
                    <a:pt x="36922" y="812"/>
                  </a:lnTo>
                  <a:close/>
                  <a:moveTo>
                    <a:pt x="1868" y="0"/>
                  </a:moveTo>
                  <a:cubicBezTo>
                    <a:pt x="1279" y="0"/>
                    <a:pt x="853" y="102"/>
                    <a:pt x="548" y="285"/>
                  </a:cubicBezTo>
                  <a:cubicBezTo>
                    <a:pt x="325" y="427"/>
                    <a:pt x="163" y="670"/>
                    <a:pt x="81" y="995"/>
                  </a:cubicBezTo>
                  <a:cubicBezTo>
                    <a:pt x="41" y="1178"/>
                    <a:pt x="20" y="1482"/>
                    <a:pt x="20" y="1908"/>
                  </a:cubicBezTo>
                  <a:lnTo>
                    <a:pt x="0" y="3634"/>
                  </a:lnTo>
                  <a:lnTo>
                    <a:pt x="1035" y="3634"/>
                  </a:lnTo>
                  <a:lnTo>
                    <a:pt x="1035" y="2233"/>
                  </a:lnTo>
                  <a:lnTo>
                    <a:pt x="3187" y="2233"/>
                  </a:lnTo>
                  <a:lnTo>
                    <a:pt x="3187" y="1421"/>
                  </a:lnTo>
                  <a:lnTo>
                    <a:pt x="1056" y="1421"/>
                  </a:lnTo>
                  <a:cubicBezTo>
                    <a:pt x="1157" y="1015"/>
                    <a:pt x="1421" y="812"/>
                    <a:pt x="1908" y="812"/>
                  </a:cubicBezTo>
                  <a:lnTo>
                    <a:pt x="3187" y="812"/>
                  </a:lnTo>
                  <a:lnTo>
                    <a:pt x="3187" y="0"/>
                  </a:lnTo>
                  <a:close/>
                  <a:moveTo>
                    <a:pt x="4405" y="0"/>
                  </a:moveTo>
                  <a:lnTo>
                    <a:pt x="2781" y="3634"/>
                  </a:lnTo>
                  <a:lnTo>
                    <a:pt x="3897" y="3634"/>
                  </a:lnTo>
                  <a:lnTo>
                    <a:pt x="4222" y="2822"/>
                  </a:lnTo>
                  <a:lnTo>
                    <a:pt x="5602" y="2822"/>
                  </a:lnTo>
                  <a:lnTo>
                    <a:pt x="5927" y="3634"/>
                  </a:lnTo>
                  <a:lnTo>
                    <a:pt x="7003" y="3634"/>
                  </a:lnTo>
                  <a:lnTo>
                    <a:pt x="5379" y="0"/>
                  </a:lnTo>
                  <a:close/>
                  <a:moveTo>
                    <a:pt x="8505" y="0"/>
                  </a:moveTo>
                  <a:cubicBezTo>
                    <a:pt x="7328" y="0"/>
                    <a:pt x="6739" y="609"/>
                    <a:pt x="6739" y="1827"/>
                  </a:cubicBezTo>
                  <a:cubicBezTo>
                    <a:pt x="6719" y="2172"/>
                    <a:pt x="6780" y="2456"/>
                    <a:pt x="6881" y="2720"/>
                  </a:cubicBezTo>
                  <a:cubicBezTo>
                    <a:pt x="6983" y="2903"/>
                    <a:pt x="7104" y="3065"/>
                    <a:pt x="7246" y="3208"/>
                  </a:cubicBezTo>
                  <a:cubicBezTo>
                    <a:pt x="7571" y="3492"/>
                    <a:pt x="8018" y="3634"/>
                    <a:pt x="8586" y="3634"/>
                  </a:cubicBezTo>
                  <a:lnTo>
                    <a:pt x="9926" y="3634"/>
                  </a:lnTo>
                  <a:lnTo>
                    <a:pt x="9926" y="2822"/>
                  </a:lnTo>
                  <a:lnTo>
                    <a:pt x="8505" y="2822"/>
                  </a:lnTo>
                  <a:cubicBezTo>
                    <a:pt x="8180" y="2822"/>
                    <a:pt x="7977" y="2720"/>
                    <a:pt x="7876" y="2517"/>
                  </a:cubicBezTo>
                  <a:cubicBezTo>
                    <a:pt x="7835" y="2436"/>
                    <a:pt x="7815" y="2314"/>
                    <a:pt x="7815" y="2172"/>
                  </a:cubicBezTo>
                  <a:cubicBezTo>
                    <a:pt x="7815" y="2030"/>
                    <a:pt x="7815" y="1929"/>
                    <a:pt x="7815" y="1868"/>
                  </a:cubicBezTo>
                  <a:cubicBezTo>
                    <a:pt x="7815" y="1543"/>
                    <a:pt x="7876" y="1279"/>
                    <a:pt x="7977" y="1117"/>
                  </a:cubicBezTo>
                  <a:cubicBezTo>
                    <a:pt x="8099" y="914"/>
                    <a:pt x="8322" y="812"/>
                    <a:pt x="8627" y="812"/>
                  </a:cubicBezTo>
                  <a:lnTo>
                    <a:pt x="9946" y="812"/>
                  </a:lnTo>
                  <a:lnTo>
                    <a:pt x="9946" y="0"/>
                  </a:lnTo>
                  <a:close/>
                  <a:moveTo>
                    <a:pt x="13945" y="0"/>
                  </a:moveTo>
                  <a:lnTo>
                    <a:pt x="13924" y="2091"/>
                  </a:lnTo>
                  <a:cubicBezTo>
                    <a:pt x="13924" y="2436"/>
                    <a:pt x="13965" y="2700"/>
                    <a:pt x="14066" y="2923"/>
                  </a:cubicBezTo>
                  <a:cubicBezTo>
                    <a:pt x="14290" y="3390"/>
                    <a:pt x="14757" y="3634"/>
                    <a:pt x="15487" y="3634"/>
                  </a:cubicBezTo>
                  <a:lnTo>
                    <a:pt x="16644" y="3634"/>
                  </a:lnTo>
                  <a:lnTo>
                    <a:pt x="16644" y="2842"/>
                  </a:lnTo>
                  <a:lnTo>
                    <a:pt x="15568" y="2842"/>
                  </a:lnTo>
                  <a:cubicBezTo>
                    <a:pt x="15284" y="2842"/>
                    <a:pt x="15102" y="2802"/>
                    <a:pt x="15020" y="2680"/>
                  </a:cubicBezTo>
                  <a:cubicBezTo>
                    <a:pt x="14959" y="2599"/>
                    <a:pt x="14939" y="2456"/>
                    <a:pt x="14939" y="2233"/>
                  </a:cubicBezTo>
                  <a:lnTo>
                    <a:pt x="14959" y="0"/>
                  </a:lnTo>
                  <a:close/>
                  <a:moveTo>
                    <a:pt x="16847" y="0"/>
                  </a:moveTo>
                  <a:lnTo>
                    <a:pt x="16827" y="3634"/>
                  </a:lnTo>
                  <a:lnTo>
                    <a:pt x="18674" y="3634"/>
                  </a:lnTo>
                  <a:cubicBezTo>
                    <a:pt x="19263" y="3634"/>
                    <a:pt x="19689" y="3532"/>
                    <a:pt x="19932" y="3309"/>
                  </a:cubicBezTo>
                  <a:cubicBezTo>
                    <a:pt x="20257" y="3025"/>
                    <a:pt x="20420" y="2497"/>
                    <a:pt x="20420" y="1726"/>
                  </a:cubicBezTo>
                  <a:cubicBezTo>
                    <a:pt x="20420" y="1401"/>
                    <a:pt x="20359" y="1117"/>
                    <a:pt x="20257" y="873"/>
                  </a:cubicBezTo>
                  <a:cubicBezTo>
                    <a:pt x="19993" y="285"/>
                    <a:pt x="19425" y="0"/>
                    <a:pt x="18552" y="0"/>
                  </a:cubicBezTo>
                  <a:close/>
                  <a:moveTo>
                    <a:pt x="21881" y="0"/>
                  </a:moveTo>
                  <a:lnTo>
                    <a:pt x="20257" y="3634"/>
                  </a:lnTo>
                  <a:lnTo>
                    <a:pt x="21374" y="3634"/>
                  </a:lnTo>
                  <a:lnTo>
                    <a:pt x="21698" y="2822"/>
                  </a:lnTo>
                  <a:lnTo>
                    <a:pt x="23058" y="2822"/>
                  </a:lnTo>
                  <a:lnTo>
                    <a:pt x="23403" y="3634"/>
                  </a:lnTo>
                  <a:lnTo>
                    <a:pt x="24479" y="3634"/>
                  </a:lnTo>
                  <a:lnTo>
                    <a:pt x="22855" y="0"/>
                  </a:lnTo>
                  <a:close/>
                  <a:moveTo>
                    <a:pt x="24743" y="0"/>
                  </a:moveTo>
                  <a:lnTo>
                    <a:pt x="24723" y="3634"/>
                  </a:lnTo>
                  <a:lnTo>
                    <a:pt x="26570" y="3634"/>
                  </a:lnTo>
                  <a:cubicBezTo>
                    <a:pt x="27158" y="3634"/>
                    <a:pt x="27564" y="3532"/>
                    <a:pt x="27828" y="3309"/>
                  </a:cubicBezTo>
                  <a:cubicBezTo>
                    <a:pt x="28153" y="3025"/>
                    <a:pt x="28295" y="2497"/>
                    <a:pt x="28315" y="1726"/>
                  </a:cubicBezTo>
                  <a:cubicBezTo>
                    <a:pt x="28315" y="1401"/>
                    <a:pt x="28254" y="1117"/>
                    <a:pt x="28153" y="873"/>
                  </a:cubicBezTo>
                  <a:cubicBezTo>
                    <a:pt x="27889" y="285"/>
                    <a:pt x="27321" y="0"/>
                    <a:pt x="26448" y="0"/>
                  </a:cubicBezTo>
                  <a:close/>
                  <a:moveTo>
                    <a:pt x="30406" y="0"/>
                  </a:moveTo>
                  <a:cubicBezTo>
                    <a:pt x="29838" y="0"/>
                    <a:pt x="29391" y="122"/>
                    <a:pt x="29107" y="386"/>
                  </a:cubicBezTo>
                  <a:cubicBezTo>
                    <a:pt x="28802" y="670"/>
                    <a:pt x="28640" y="1157"/>
                    <a:pt x="28640" y="1827"/>
                  </a:cubicBezTo>
                  <a:cubicBezTo>
                    <a:pt x="28640" y="2172"/>
                    <a:pt x="28681" y="2456"/>
                    <a:pt x="28802" y="2720"/>
                  </a:cubicBezTo>
                  <a:cubicBezTo>
                    <a:pt x="28884" y="2903"/>
                    <a:pt x="29005" y="3065"/>
                    <a:pt x="29148" y="3208"/>
                  </a:cubicBezTo>
                  <a:cubicBezTo>
                    <a:pt x="29472" y="3492"/>
                    <a:pt x="29919" y="3634"/>
                    <a:pt x="30487" y="3634"/>
                  </a:cubicBezTo>
                  <a:lnTo>
                    <a:pt x="31827" y="3634"/>
                  </a:lnTo>
                  <a:lnTo>
                    <a:pt x="31847" y="2822"/>
                  </a:lnTo>
                  <a:lnTo>
                    <a:pt x="30406" y="2822"/>
                  </a:lnTo>
                  <a:cubicBezTo>
                    <a:pt x="30183" y="2822"/>
                    <a:pt x="30020" y="2781"/>
                    <a:pt x="29939" y="2700"/>
                  </a:cubicBezTo>
                  <a:cubicBezTo>
                    <a:pt x="29899" y="2659"/>
                    <a:pt x="29858" y="2619"/>
                    <a:pt x="29838" y="2558"/>
                  </a:cubicBezTo>
                  <a:cubicBezTo>
                    <a:pt x="29797" y="2477"/>
                    <a:pt x="29777" y="2355"/>
                    <a:pt x="29756" y="2213"/>
                  </a:cubicBezTo>
                  <a:lnTo>
                    <a:pt x="31847" y="2213"/>
                  </a:lnTo>
                  <a:lnTo>
                    <a:pt x="31847" y="1381"/>
                  </a:lnTo>
                  <a:lnTo>
                    <a:pt x="29797" y="1381"/>
                  </a:lnTo>
                  <a:cubicBezTo>
                    <a:pt x="29878" y="1015"/>
                    <a:pt x="30122" y="812"/>
                    <a:pt x="30528" y="812"/>
                  </a:cubicBezTo>
                  <a:lnTo>
                    <a:pt x="31847" y="812"/>
                  </a:lnTo>
                  <a:lnTo>
                    <a:pt x="31847" y="0"/>
                  </a:lnTo>
                  <a:close/>
                  <a:moveTo>
                    <a:pt x="35115" y="0"/>
                  </a:moveTo>
                  <a:lnTo>
                    <a:pt x="35095" y="3634"/>
                  </a:lnTo>
                  <a:lnTo>
                    <a:pt x="36942" y="3634"/>
                  </a:lnTo>
                  <a:cubicBezTo>
                    <a:pt x="37530" y="3634"/>
                    <a:pt x="37957" y="3532"/>
                    <a:pt x="38200" y="3309"/>
                  </a:cubicBezTo>
                  <a:cubicBezTo>
                    <a:pt x="38525" y="3025"/>
                    <a:pt x="38687" y="2497"/>
                    <a:pt x="38687" y="1726"/>
                  </a:cubicBezTo>
                  <a:cubicBezTo>
                    <a:pt x="38687" y="1401"/>
                    <a:pt x="38647" y="1117"/>
                    <a:pt x="38545" y="873"/>
                  </a:cubicBezTo>
                  <a:cubicBezTo>
                    <a:pt x="38281" y="285"/>
                    <a:pt x="37713" y="0"/>
                    <a:pt x="36840" y="0"/>
                  </a:cubicBezTo>
                  <a:close/>
                  <a:moveTo>
                    <a:pt x="40798" y="0"/>
                  </a:moveTo>
                  <a:cubicBezTo>
                    <a:pt x="40210" y="0"/>
                    <a:pt x="39783" y="122"/>
                    <a:pt x="39499" y="386"/>
                  </a:cubicBezTo>
                  <a:cubicBezTo>
                    <a:pt x="39195" y="670"/>
                    <a:pt x="39032" y="1157"/>
                    <a:pt x="39032" y="1827"/>
                  </a:cubicBezTo>
                  <a:cubicBezTo>
                    <a:pt x="39032" y="2172"/>
                    <a:pt x="39073" y="2456"/>
                    <a:pt x="39195" y="2720"/>
                  </a:cubicBezTo>
                  <a:cubicBezTo>
                    <a:pt x="39276" y="2903"/>
                    <a:pt x="39398" y="3065"/>
                    <a:pt x="39540" y="3208"/>
                  </a:cubicBezTo>
                  <a:cubicBezTo>
                    <a:pt x="39865" y="3492"/>
                    <a:pt x="40311" y="3634"/>
                    <a:pt x="40880" y="3634"/>
                  </a:cubicBezTo>
                  <a:lnTo>
                    <a:pt x="42219" y="3634"/>
                  </a:lnTo>
                  <a:lnTo>
                    <a:pt x="42219" y="2822"/>
                  </a:lnTo>
                  <a:lnTo>
                    <a:pt x="40798" y="2822"/>
                  </a:lnTo>
                  <a:cubicBezTo>
                    <a:pt x="40575" y="2822"/>
                    <a:pt x="40413" y="2781"/>
                    <a:pt x="40311" y="2700"/>
                  </a:cubicBezTo>
                  <a:cubicBezTo>
                    <a:pt x="40291" y="2659"/>
                    <a:pt x="40250" y="2619"/>
                    <a:pt x="40230" y="2558"/>
                  </a:cubicBezTo>
                  <a:cubicBezTo>
                    <a:pt x="40189" y="2477"/>
                    <a:pt x="40169" y="2355"/>
                    <a:pt x="40149" y="2213"/>
                  </a:cubicBezTo>
                  <a:lnTo>
                    <a:pt x="42219" y="2213"/>
                  </a:lnTo>
                  <a:lnTo>
                    <a:pt x="42239" y="1381"/>
                  </a:lnTo>
                  <a:lnTo>
                    <a:pt x="40189" y="1381"/>
                  </a:lnTo>
                  <a:cubicBezTo>
                    <a:pt x="40271" y="1015"/>
                    <a:pt x="40514" y="812"/>
                    <a:pt x="40920" y="812"/>
                  </a:cubicBezTo>
                  <a:lnTo>
                    <a:pt x="42239" y="812"/>
                  </a:lnTo>
                  <a:lnTo>
                    <a:pt x="42239" y="0"/>
                  </a:lnTo>
                  <a:close/>
                  <a:moveTo>
                    <a:pt x="47050" y="0"/>
                  </a:moveTo>
                  <a:cubicBezTo>
                    <a:pt x="46461" y="0"/>
                    <a:pt x="46035" y="122"/>
                    <a:pt x="45751" y="386"/>
                  </a:cubicBezTo>
                  <a:cubicBezTo>
                    <a:pt x="45426" y="670"/>
                    <a:pt x="45264" y="1157"/>
                    <a:pt x="45264" y="1827"/>
                  </a:cubicBezTo>
                  <a:cubicBezTo>
                    <a:pt x="45264" y="2172"/>
                    <a:pt x="45325" y="2456"/>
                    <a:pt x="45426" y="2720"/>
                  </a:cubicBezTo>
                  <a:cubicBezTo>
                    <a:pt x="45507" y="2903"/>
                    <a:pt x="45629" y="3065"/>
                    <a:pt x="45792" y="3208"/>
                  </a:cubicBezTo>
                  <a:cubicBezTo>
                    <a:pt x="46116" y="3492"/>
                    <a:pt x="46563" y="3634"/>
                    <a:pt x="47111" y="3634"/>
                  </a:cubicBezTo>
                  <a:lnTo>
                    <a:pt x="48471" y="3634"/>
                  </a:lnTo>
                  <a:lnTo>
                    <a:pt x="48471" y="2822"/>
                  </a:lnTo>
                  <a:lnTo>
                    <a:pt x="47050" y="2822"/>
                  </a:lnTo>
                  <a:cubicBezTo>
                    <a:pt x="46827" y="2822"/>
                    <a:pt x="46664" y="2781"/>
                    <a:pt x="46563" y="2700"/>
                  </a:cubicBezTo>
                  <a:cubicBezTo>
                    <a:pt x="46522" y="2659"/>
                    <a:pt x="46502" y="2619"/>
                    <a:pt x="46461" y="2558"/>
                  </a:cubicBezTo>
                  <a:cubicBezTo>
                    <a:pt x="46421" y="2477"/>
                    <a:pt x="46401" y="2355"/>
                    <a:pt x="46401" y="2213"/>
                  </a:cubicBezTo>
                  <a:lnTo>
                    <a:pt x="48471" y="2213"/>
                  </a:lnTo>
                  <a:lnTo>
                    <a:pt x="48471" y="1381"/>
                  </a:lnTo>
                  <a:lnTo>
                    <a:pt x="46421" y="1381"/>
                  </a:lnTo>
                  <a:cubicBezTo>
                    <a:pt x="46502" y="1015"/>
                    <a:pt x="46766" y="812"/>
                    <a:pt x="47172" y="812"/>
                  </a:cubicBezTo>
                  <a:lnTo>
                    <a:pt x="48471" y="812"/>
                  </a:lnTo>
                  <a:lnTo>
                    <a:pt x="48491" y="0"/>
                  </a:lnTo>
                  <a:close/>
                  <a:moveTo>
                    <a:pt x="48796" y="0"/>
                  </a:moveTo>
                  <a:lnTo>
                    <a:pt x="50034" y="1787"/>
                  </a:lnTo>
                  <a:lnTo>
                    <a:pt x="48674" y="3634"/>
                  </a:lnTo>
                  <a:lnTo>
                    <a:pt x="49932" y="3634"/>
                  </a:lnTo>
                  <a:lnTo>
                    <a:pt x="50663" y="2578"/>
                  </a:lnTo>
                  <a:lnTo>
                    <a:pt x="51333" y="3634"/>
                  </a:lnTo>
                  <a:lnTo>
                    <a:pt x="52490" y="3634"/>
                  </a:lnTo>
                  <a:lnTo>
                    <a:pt x="51211" y="1807"/>
                  </a:lnTo>
                  <a:lnTo>
                    <a:pt x="52470" y="0"/>
                  </a:lnTo>
                  <a:lnTo>
                    <a:pt x="51231" y="0"/>
                  </a:lnTo>
                  <a:lnTo>
                    <a:pt x="50582" y="975"/>
                  </a:lnTo>
                  <a:lnTo>
                    <a:pt x="49932" y="0"/>
                  </a:lnTo>
                  <a:close/>
                  <a:moveTo>
                    <a:pt x="52612" y="21"/>
                  </a:moveTo>
                  <a:lnTo>
                    <a:pt x="52612" y="833"/>
                  </a:lnTo>
                  <a:lnTo>
                    <a:pt x="53748" y="833"/>
                  </a:lnTo>
                  <a:lnTo>
                    <a:pt x="53728" y="3634"/>
                  </a:lnTo>
                  <a:lnTo>
                    <a:pt x="54783" y="3634"/>
                  </a:lnTo>
                  <a:lnTo>
                    <a:pt x="54804" y="833"/>
                  </a:lnTo>
                  <a:lnTo>
                    <a:pt x="55961" y="833"/>
                  </a:lnTo>
                  <a:lnTo>
                    <a:pt x="55961" y="21"/>
                  </a:lnTo>
                  <a:close/>
                  <a:moveTo>
                    <a:pt x="56225" y="0"/>
                  </a:moveTo>
                  <a:lnTo>
                    <a:pt x="56204" y="3634"/>
                  </a:lnTo>
                  <a:lnTo>
                    <a:pt x="57239" y="3634"/>
                  </a:lnTo>
                  <a:lnTo>
                    <a:pt x="57239" y="2314"/>
                  </a:lnTo>
                  <a:lnTo>
                    <a:pt x="57930" y="2314"/>
                  </a:lnTo>
                  <a:lnTo>
                    <a:pt x="58721" y="3634"/>
                  </a:lnTo>
                  <a:lnTo>
                    <a:pt x="59797" y="3634"/>
                  </a:lnTo>
                  <a:lnTo>
                    <a:pt x="58924" y="2193"/>
                  </a:lnTo>
                  <a:cubicBezTo>
                    <a:pt x="59371" y="2030"/>
                    <a:pt x="59594" y="1705"/>
                    <a:pt x="59594" y="1198"/>
                  </a:cubicBezTo>
                  <a:cubicBezTo>
                    <a:pt x="59594" y="975"/>
                    <a:pt x="59553" y="792"/>
                    <a:pt x="59492" y="630"/>
                  </a:cubicBezTo>
                  <a:cubicBezTo>
                    <a:pt x="59310" y="224"/>
                    <a:pt x="58863" y="0"/>
                    <a:pt x="58153" y="0"/>
                  </a:cubicBezTo>
                  <a:close/>
                  <a:moveTo>
                    <a:pt x="61685" y="0"/>
                  </a:moveTo>
                  <a:cubicBezTo>
                    <a:pt x="61096" y="0"/>
                    <a:pt x="60670" y="122"/>
                    <a:pt x="60386" y="386"/>
                  </a:cubicBezTo>
                  <a:cubicBezTo>
                    <a:pt x="60081" y="670"/>
                    <a:pt x="59919" y="1157"/>
                    <a:pt x="59919" y="1827"/>
                  </a:cubicBezTo>
                  <a:cubicBezTo>
                    <a:pt x="59919" y="2172"/>
                    <a:pt x="59959" y="2456"/>
                    <a:pt x="60081" y="2720"/>
                  </a:cubicBezTo>
                  <a:cubicBezTo>
                    <a:pt x="60162" y="2903"/>
                    <a:pt x="60284" y="3065"/>
                    <a:pt x="60426" y="3208"/>
                  </a:cubicBezTo>
                  <a:cubicBezTo>
                    <a:pt x="60751" y="3492"/>
                    <a:pt x="61197" y="3634"/>
                    <a:pt x="61766" y="3634"/>
                  </a:cubicBezTo>
                  <a:lnTo>
                    <a:pt x="63105" y="3634"/>
                  </a:lnTo>
                  <a:lnTo>
                    <a:pt x="63105" y="2822"/>
                  </a:lnTo>
                  <a:lnTo>
                    <a:pt x="61685" y="2822"/>
                  </a:lnTo>
                  <a:cubicBezTo>
                    <a:pt x="61461" y="2822"/>
                    <a:pt x="61299" y="2781"/>
                    <a:pt x="61218" y="2700"/>
                  </a:cubicBezTo>
                  <a:cubicBezTo>
                    <a:pt x="61177" y="2659"/>
                    <a:pt x="61137" y="2619"/>
                    <a:pt x="61116" y="2558"/>
                  </a:cubicBezTo>
                  <a:cubicBezTo>
                    <a:pt x="61076" y="2477"/>
                    <a:pt x="61055" y="2355"/>
                    <a:pt x="61035" y="2213"/>
                  </a:cubicBezTo>
                  <a:lnTo>
                    <a:pt x="63105" y="2213"/>
                  </a:lnTo>
                  <a:lnTo>
                    <a:pt x="63126" y="1381"/>
                  </a:lnTo>
                  <a:lnTo>
                    <a:pt x="61076" y="1381"/>
                  </a:lnTo>
                  <a:cubicBezTo>
                    <a:pt x="61157" y="1015"/>
                    <a:pt x="61400" y="812"/>
                    <a:pt x="61806" y="812"/>
                  </a:cubicBezTo>
                  <a:lnTo>
                    <a:pt x="63126" y="812"/>
                  </a:lnTo>
                  <a:lnTo>
                    <a:pt x="63126" y="0"/>
                  </a:lnTo>
                  <a:close/>
                  <a:moveTo>
                    <a:pt x="63471" y="0"/>
                  </a:moveTo>
                  <a:lnTo>
                    <a:pt x="63451" y="3634"/>
                  </a:lnTo>
                  <a:lnTo>
                    <a:pt x="64425" y="3634"/>
                  </a:lnTo>
                  <a:lnTo>
                    <a:pt x="64425" y="1624"/>
                  </a:lnTo>
                  <a:lnTo>
                    <a:pt x="65135" y="3634"/>
                  </a:lnTo>
                  <a:lnTo>
                    <a:pt x="66130" y="3634"/>
                  </a:lnTo>
                  <a:lnTo>
                    <a:pt x="66800" y="1746"/>
                  </a:lnTo>
                  <a:lnTo>
                    <a:pt x="66800" y="3634"/>
                  </a:lnTo>
                  <a:lnTo>
                    <a:pt x="67754" y="3634"/>
                  </a:lnTo>
                  <a:lnTo>
                    <a:pt x="67774" y="0"/>
                  </a:lnTo>
                  <a:lnTo>
                    <a:pt x="66434" y="0"/>
                  </a:lnTo>
                  <a:lnTo>
                    <a:pt x="65602" y="2335"/>
                  </a:lnTo>
                  <a:lnTo>
                    <a:pt x="64790" y="0"/>
                  </a:lnTo>
                  <a:close/>
                  <a:moveTo>
                    <a:pt x="69662" y="0"/>
                  </a:moveTo>
                  <a:lnTo>
                    <a:pt x="68038" y="3634"/>
                  </a:lnTo>
                  <a:lnTo>
                    <a:pt x="69154" y="3634"/>
                  </a:lnTo>
                  <a:lnTo>
                    <a:pt x="69459" y="2822"/>
                  </a:lnTo>
                  <a:lnTo>
                    <a:pt x="70839" y="2822"/>
                  </a:lnTo>
                  <a:lnTo>
                    <a:pt x="71164" y="3634"/>
                  </a:lnTo>
                  <a:lnTo>
                    <a:pt x="72239" y="3634"/>
                  </a:lnTo>
                  <a:lnTo>
                    <a:pt x="70636" y="0"/>
                  </a:lnTo>
                  <a:close/>
                  <a:moveTo>
                    <a:pt x="10169" y="0"/>
                  </a:moveTo>
                  <a:lnTo>
                    <a:pt x="10149" y="2233"/>
                  </a:lnTo>
                  <a:cubicBezTo>
                    <a:pt x="10149" y="2558"/>
                    <a:pt x="10190" y="2781"/>
                    <a:pt x="10271" y="2964"/>
                  </a:cubicBezTo>
                  <a:cubicBezTo>
                    <a:pt x="10291" y="3005"/>
                    <a:pt x="10311" y="3045"/>
                    <a:pt x="10332" y="3086"/>
                  </a:cubicBezTo>
                  <a:cubicBezTo>
                    <a:pt x="10595" y="3471"/>
                    <a:pt x="11123" y="3674"/>
                    <a:pt x="11895" y="3674"/>
                  </a:cubicBezTo>
                  <a:cubicBezTo>
                    <a:pt x="12564" y="3674"/>
                    <a:pt x="13011" y="3532"/>
                    <a:pt x="13275" y="3208"/>
                  </a:cubicBezTo>
                  <a:cubicBezTo>
                    <a:pt x="13437" y="3025"/>
                    <a:pt x="13518" y="2700"/>
                    <a:pt x="13518" y="2233"/>
                  </a:cubicBezTo>
                  <a:lnTo>
                    <a:pt x="13518" y="0"/>
                  </a:lnTo>
                  <a:lnTo>
                    <a:pt x="12524" y="0"/>
                  </a:lnTo>
                  <a:lnTo>
                    <a:pt x="12503" y="2111"/>
                  </a:lnTo>
                  <a:cubicBezTo>
                    <a:pt x="12503" y="2416"/>
                    <a:pt x="12443" y="2619"/>
                    <a:pt x="12341" y="2741"/>
                  </a:cubicBezTo>
                  <a:cubicBezTo>
                    <a:pt x="12240" y="2842"/>
                    <a:pt x="12057" y="2903"/>
                    <a:pt x="11793" y="2903"/>
                  </a:cubicBezTo>
                  <a:cubicBezTo>
                    <a:pt x="11468" y="2903"/>
                    <a:pt x="11286" y="2822"/>
                    <a:pt x="11204" y="2680"/>
                  </a:cubicBezTo>
                  <a:cubicBezTo>
                    <a:pt x="11184" y="2619"/>
                    <a:pt x="11164" y="2456"/>
                    <a:pt x="11164" y="2213"/>
                  </a:cubicBezTo>
                  <a:lnTo>
                    <a:pt x="111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61" name="Google Shape;161;p12"/>
          <p:cNvSpPr txBox="1">
            <a:spLocks noGrp="1"/>
          </p:cNvSpPr>
          <p:nvPr>
            <p:ph type="subTitle" idx="1"/>
          </p:nvPr>
        </p:nvSpPr>
        <p:spPr>
          <a:xfrm>
            <a:off x="2286000" y="3138433"/>
            <a:ext cx="4572000" cy="5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rgbClr val="124D8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 ExtraBold"/>
              <a:buNone/>
              <a:defRPr sz="28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4" r:id="rId5"/>
    <p:sldLayoutId id="2147483655" r:id="rId6"/>
    <p:sldLayoutId id="2147483656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"/>
          <p:cNvSpPr txBox="1">
            <a:spLocks noGrp="1"/>
          </p:cNvSpPr>
          <p:nvPr>
            <p:ph type="subTitle" idx="1"/>
          </p:nvPr>
        </p:nvSpPr>
        <p:spPr>
          <a:xfrm>
            <a:off x="1045459" y="3128234"/>
            <a:ext cx="3557714" cy="9242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smtClean="0"/>
              <a:t>Profa. XXXXXX</a:t>
            </a:r>
            <a:endParaRPr dirty="0"/>
          </a:p>
        </p:txBody>
      </p:sp>
      <p:sp>
        <p:nvSpPr>
          <p:cNvPr id="167" name="Google Shape;167;p13"/>
          <p:cNvSpPr txBox="1">
            <a:spLocks noGrp="1"/>
          </p:cNvSpPr>
          <p:nvPr>
            <p:ph type="ctrTitle"/>
          </p:nvPr>
        </p:nvSpPr>
        <p:spPr>
          <a:xfrm>
            <a:off x="2358737" y="1574909"/>
            <a:ext cx="6681354" cy="10539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S" sz="2800" dirty="0" smtClean="0"/>
              <a:t>XXXXXX</a:t>
            </a:r>
            <a:endParaRPr lang="es-E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4545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"/>
          <p:cNvSpPr txBox="1">
            <a:spLocks noGrp="1"/>
          </p:cNvSpPr>
          <p:nvPr>
            <p:ph type="subTitle" idx="1"/>
          </p:nvPr>
        </p:nvSpPr>
        <p:spPr>
          <a:xfrm>
            <a:off x="2286000" y="3138433"/>
            <a:ext cx="4572000" cy="5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faex.edu.br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2610</TotalTime>
  <Words>5</Words>
  <Application>Microsoft Office PowerPoint</Application>
  <PresentationFormat>Apresentação na tela (16:9)</PresentationFormat>
  <Paragraphs>3</Paragraphs>
  <Slides>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Lato</vt:lpstr>
      <vt:lpstr>Poppins ExtraBold</vt:lpstr>
      <vt:lpstr>Arial</vt:lpstr>
      <vt:lpstr>Montserrat</vt:lpstr>
      <vt:lpstr>Focus</vt:lpstr>
      <vt:lpstr>XXXXXX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Claudia Cobêro</dc:creator>
  <cp:lastModifiedBy>Fernando</cp:lastModifiedBy>
  <cp:revision>360</cp:revision>
  <dcterms:modified xsi:type="dcterms:W3CDTF">2025-08-27T22:50:05Z</dcterms:modified>
</cp:coreProperties>
</file>