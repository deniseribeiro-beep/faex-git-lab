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8" r:id="rId2"/>
    <p:sldId id="291" r:id="rId3"/>
    <p:sldId id="292" r:id="rId4"/>
    <p:sldId id="268" r:id="rId5"/>
    <p:sldId id="271" r:id="rId6"/>
    <p:sldId id="259" r:id="rId7"/>
    <p:sldId id="260" r:id="rId8"/>
    <p:sldId id="282" r:id="rId9"/>
    <p:sldId id="272" r:id="rId10"/>
    <p:sldId id="287" r:id="rId11"/>
    <p:sldId id="275" r:id="rId12"/>
    <p:sldId id="276" r:id="rId13"/>
    <p:sldId id="277" r:id="rId14"/>
    <p:sldId id="289" r:id="rId15"/>
    <p:sldId id="293" r:id="rId16"/>
    <p:sldId id="278" r:id="rId17"/>
    <p:sldId id="294" r:id="rId18"/>
    <p:sldId id="288" r:id="rId19"/>
    <p:sldId id="290" r:id="rId20"/>
    <p:sldId id="281" r:id="rId21"/>
    <p:sldId id="262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0D4E2-9E37-46B3-BF21-144DFC884CF2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3C52D-F7CB-43F1-B93A-706235D660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8282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4038599" y="1122363"/>
            <a:ext cx="7643813" cy="2387600"/>
          </a:xfrm>
        </p:spPr>
        <p:txBody>
          <a:bodyPr anchor="b"/>
          <a:lstStyle>
            <a:lvl1pPr algn="r">
              <a:defRPr sz="6000" b="1">
                <a:solidFill>
                  <a:schemeClr val="bg1"/>
                </a:solidFill>
                <a:latin typeface="Gotham" panose="02000504050000020004" pitchFamily="2" charset="0"/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038599" y="3602038"/>
            <a:ext cx="7643814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 smtClean="0"/>
              <a:t>Clique para editar o estilo do subtítulo mestre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08811-DF21-423A-AFC7-E6839D84EF97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0219-5684-4345-B0D5-AF4EB41D560D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6" b="3322"/>
          <a:stretch/>
        </p:blipFill>
        <p:spPr>
          <a:xfrm>
            <a:off x="0" y="4405377"/>
            <a:ext cx="2143125" cy="2452625"/>
          </a:xfrm>
          <a:prstGeom prst="rect">
            <a:avLst/>
          </a:prstGeom>
        </p:spPr>
      </p:pic>
      <p:cxnSp>
        <p:nvCxnSpPr>
          <p:cNvPr id="9" name="Conector reto 8"/>
          <p:cNvCxnSpPr/>
          <p:nvPr userDrawn="1"/>
        </p:nvCxnSpPr>
        <p:spPr>
          <a:xfrm>
            <a:off x="3990199" y="3552827"/>
            <a:ext cx="77493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406" y="5935625"/>
            <a:ext cx="1093158" cy="42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63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08811-DF21-423A-AFC7-E6839D84EF97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0219-5684-4345-B0D5-AF4EB41D56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94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08811-DF21-423A-AFC7-E6839D84EF97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0219-5684-4345-B0D5-AF4EB41D560D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-185058" y="6176963"/>
            <a:ext cx="32185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5">
                    <a:lumMod val="75000"/>
                  </a:schemeClr>
                </a:solidFill>
                <a:latin typeface="Gotham" panose="02000504050000020004" pitchFamily="2" charset="0"/>
                <a:ea typeface="+mj-ea"/>
                <a:cs typeface="+mj-cs"/>
              </a:defRPr>
            </a:lvl1pPr>
          </a:lstStyle>
          <a:p>
            <a:r>
              <a:rPr lang="pt-BR" sz="41300" dirty="0" smtClean="0">
                <a:solidFill>
                  <a:schemeClr val="bg1">
                    <a:lumMod val="75000"/>
                  </a:schemeClr>
                </a:solidFill>
              </a:rPr>
              <a:t>‘’</a:t>
            </a:r>
            <a:endParaRPr lang="pt-BR" sz="4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838200" y="1044574"/>
            <a:ext cx="10515600" cy="3286919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60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pt-BR" dirty="0" smtClean="0"/>
              <a:t>AQUI VAI UMA</a:t>
            </a:r>
          </a:p>
          <a:p>
            <a:pPr lvl="0"/>
            <a:r>
              <a:rPr lang="pt-BR" dirty="0" smtClean="0"/>
              <a:t>FRASE LEGAL :)</a:t>
            </a:r>
            <a:endParaRPr lang="pt-BR" dirty="0"/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838200" y="4545806"/>
            <a:ext cx="10515600" cy="850106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2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dirty="0" smtClean="0"/>
              <a:t>Autor da Frase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9213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1850" y="0"/>
            <a:ext cx="10515600" cy="2852737"/>
          </a:xfrm>
        </p:spPr>
        <p:txBody>
          <a:bodyPr anchor="b"/>
          <a:lstStyle>
            <a:lvl1pPr algn="ctr">
              <a:defRPr sz="60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3050252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08811-DF21-423A-AFC7-E6839D84EF97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0219-5684-4345-B0D5-AF4EB41D560D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4" b="14247"/>
          <a:stretch/>
        </p:blipFill>
        <p:spPr>
          <a:xfrm>
            <a:off x="-4764" y="4633353"/>
            <a:ext cx="2128838" cy="222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649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08811-DF21-423A-AFC7-E6839D84EF97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0219-5684-4345-B0D5-AF4EB41D56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91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08811-DF21-423A-AFC7-E6839D84EF97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0219-5684-4345-B0D5-AF4EB41D56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517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08811-DF21-423A-AFC7-E6839D84EF97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0219-5684-4345-B0D5-AF4EB41D56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149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08811-DF21-423A-AFC7-E6839D84EF97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0219-5684-4345-B0D5-AF4EB41D56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085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08811-DF21-423A-AFC7-E6839D84EF97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0219-5684-4345-B0D5-AF4EB41D56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72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1"/>
            <a:ext cx="6532562" cy="56197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08811-DF21-423A-AFC7-E6839D84EF97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0219-5684-4345-B0D5-AF4EB41D56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486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08811-DF21-423A-AFC7-E6839D84EF97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0219-5684-4345-B0D5-AF4EB41D56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633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08811-DF21-423A-AFC7-E6839D84EF97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0219-5684-4345-B0D5-AF4EB41D56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23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08811-DF21-423A-AFC7-E6839D84EF97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00219-5684-4345-B0D5-AF4EB41D560D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406" y="5935625"/>
            <a:ext cx="1093157" cy="42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3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otham" panose="0200050405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otham" panose="0200050405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otham" panose="0200050405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tham" panose="0200050405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otham" panose="0200050405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otham" panose="0200050405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fif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fif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fif"/><Relationship Id="rId5" Type="http://schemas.openxmlformats.org/officeDocument/2006/relationships/image" Target="../media/image23.jfif"/><Relationship Id="rId4" Type="http://schemas.openxmlformats.org/officeDocument/2006/relationships/image" Target="../media/image22.jfi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rodrigo@engenhabr.com.br" TargetMode="External"/><Relationship Id="rId7" Type="http://schemas.openxmlformats.org/officeDocument/2006/relationships/hyperlink" Target="https://www.facebook.com/BR-Engenharia-e-Tecnologia-110469520709973" TargetMode="External"/><Relationship Id="rId2" Type="http://schemas.openxmlformats.org/officeDocument/2006/relationships/hyperlink" Target="http://www.faex.edu.br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instagram.com/engenha_br/" TargetMode="External"/><Relationship Id="rId5" Type="http://schemas.openxmlformats.org/officeDocument/2006/relationships/hyperlink" Target="https://www.linkedin.com/company/b-r-engenharia-e-tecnologia/" TargetMode="External"/><Relationship Id="rId4" Type="http://schemas.openxmlformats.org/officeDocument/2006/relationships/hyperlink" Target="http://www.engenhabr.com.b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97381" y="1122363"/>
            <a:ext cx="9785032" cy="2387600"/>
          </a:xfrm>
        </p:spPr>
        <p:txBody>
          <a:bodyPr>
            <a:normAutofit/>
          </a:bodyPr>
          <a:lstStyle/>
          <a:p>
            <a:pPr algn="ctr"/>
            <a:r>
              <a:rPr lang="pt-BR" sz="8900" dirty="0" smtClean="0"/>
              <a:t>Feira das Profissões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sz="4400" dirty="0" smtClean="0"/>
              <a:t>O Mundo do TI</a:t>
            </a:r>
            <a:endParaRPr lang="pt-BR" sz="4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 smtClean="0"/>
          </a:p>
          <a:p>
            <a:r>
              <a:rPr lang="pt-BR" sz="2800" dirty="0" smtClean="0"/>
              <a:t>Eng. </a:t>
            </a:r>
            <a:r>
              <a:rPr lang="pt-BR" sz="2800" dirty="0" err="1" smtClean="0"/>
              <a:t>Msc</a:t>
            </a:r>
            <a:r>
              <a:rPr lang="pt-BR" sz="2800" dirty="0" smtClean="0"/>
              <a:t>. Rodrigo Otávio R. Cardoso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87777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"/>
            <a:ext cx="10515600" cy="2168434"/>
          </a:xfrm>
        </p:spPr>
        <p:txBody>
          <a:bodyPr/>
          <a:lstStyle/>
          <a:p>
            <a:r>
              <a:rPr lang="pt-BR" dirty="0" smtClean="0"/>
              <a:t>Valendo um brinde!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 smtClean="0"/>
          </a:p>
          <a:p>
            <a:r>
              <a:rPr lang="pt-BR" sz="6000" b="1" dirty="0" smtClean="0">
                <a:solidFill>
                  <a:schemeClr val="accent5">
                    <a:lumMod val="75000"/>
                  </a:schemeClr>
                </a:solidFill>
              </a:rPr>
              <a:t>O que significa ADS</a:t>
            </a:r>
            <a:r>
              <a:rPr lang="pt-BR" sz="6000" b="1" dirty="0">
                <a:solidFill>
                  <a:schemeClr val="accent5">
                    <a:lumMod val="7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6781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"/>
            <a:ext cx="10515600" cy="2168434"/>
          </a:xfrm>
        </p:spPr>
        <p:txBody>
          <a:bodyPr/>
          <a:lstStyle/>
          <a:p>
            <a:r>
              <a:rPr lang="pt-BR" dirty="0" smtClean="0"/>
              <a:t>Valendo um brinde!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3050252"/>
            <a:ext cx="10515600" cy="2697405"/>
          </a:xfrm>
        </p:spPr>
        <p:txBody>
          <a:bodyPr>
            <a:normAutofit/>
          </a:bodyPr>
          <a:lstStyle/>
          <a:p>
            <a:endParaRPr lang="pt-BR" dirty="0" smtClean="0"/>
          </a:p>
          <a:p>
            <a:r>
              <a:rPr lang="pt-BR" sz="6000" b="1" dirty="0" smtClean="0">
                <a:solidFill>
                  <a:schemeClr val="accent5">
                    <a:lumMod val="75000"/>
                  </a:schemeClr>
                </a:solidFill>
              </a:rPr>
              <a:t>Quais as duas principais áreas de atuação do ADS</a:t>
            </a:r>
            <a:r>
              <a:rPr lang="pt-BR" sz="6000" b="1" dirty="0">
                <a:solidFill>
                  <a:schemeClr val="accent5">
                    <a:lumMod val="7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7235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235" y="115363"/>
            <a:ext cx="6061570" cy="3309936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878" y="3622814"/>
            <a:ext cx="4788284" cy="311755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29786" y="2053154"/>
            <a:ext cx="10951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600" dirty="0" smtClean="0">
                <a:solidFill>
                  <a:schemeClr val="tx2"/>
                </a:solidFill>
              </a:rPr>
              <a:t>TI</a:t>
            </a:r>
            <a:endParaRPr lang="pt-BR" sz="9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880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7" y="4241198"/>
            <a:ext cx="3334873" cy="221116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4319" y="129991"/>
            <a:ext cx="11079481" cy="1325563"/>
          </a:xfrm>
        </p:spPr>
        <p:txBody>
          <a:bodyPr/>
          <a:lstStyle/>
          <a:p>
            <a:r>
              <a:rPr lang="pt-BR" sz="6600" dirty="0" smtClean="0"/>
              <a:t>Contexto</a:t>
            </a:r>
            <a:endParaRPr lang="pt-BR" sz="66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790" y="4241198"/>
            <a:ext cx="3820748" cy="2146774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198" y="1307879"/>
            <a:ext cx="3274426" cy="2178984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7" y="1304967"/>
            <a:ext cx="3901442" cy="2184808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853" y="4287058"/>
            <a:ext cx="3727312" cy="2087298"/>
          </a:xfrm>
          <a:prstGeom prst="rect">
            <a:avLst/>
          </a:prstGeom>
        </p:spPr>
      </p:pic>
      <p:pic>
        <p:nvPicPr>
          <p:cNvPr id="13" name="Espaço Reservado para Conteúdo 12"/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680" y="1318031"/>
            <a:ext cx="3595568" cy="2184806"/>
          </a:xfrm>
        </p:spPr>
      </p:pic>
      <p:sp>
        <p:nvSpPr>
          <p:cNvPr id="11" name="CaixaDeTexto 10"/>
          <p:cNvSpPr txBox="1"/>
          <p:nvPr/>
        </p:nvSpPr>
        <p:spPr>
          <a:xfrm>
            <a:off x="1036148" y="2725759"/>
            <a:ext cx="955582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0" dirty="0" smtClean="0">
                <a:solidFill>
                  <a:srgbClr val="FF0000"/>
                </a:solidFill>
              </a:rPr>
              <a:t>O Mundo do TI</a:t>
            </a:r>
            <a:endParaRPr lang="pt-BR" sz="1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28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Existe alguma relação entre a evolução do mundo e o TI?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 smtClean="0"/>
          </a:p>
          <a:p>
            <a:r>
              <a:rPr lang="pt-BR" sz="6000" b="1" dirty="0" smtClean="0">
                <a:solidFill>
                  <a:schemeClr val="accent5">
                    <a:lumMod val="75000"/>
                  </a:schemeClr>
                </a:solidFill>
                <a:ea typeface="+mj-ea"/>
                <a:cs typeface="+mj-cs"/>
              </a:rPr>
              <a:t>Quais são os pilares do TI?</a:t>
            </a:r>
            <a:endParaRPr lang="pt-BR" sz="6000" b="1" dirty="0">
              <a:solidFill>
                <a:schemeClr val="accent5">
                  <a:lumMod val="75000"/>
                </a:schemeClr>
              </a:solidFill>
              <a:ea typeface="+mj-ea"/>
              <a:cs typeface="+mj-cs"/>
            </a:endParaRPr>
          </a:p>
        </p:txBody>
      </p:sp>
      <p:sp>
        <p:nvSpPr>
          <p:cNvPr id="5" name="Espaço Reservado para Texto 2"/>
          <p:cNvSpPr txBox="1">
            <a:spLocks/>
          </p:cNvSpPr>
          <p:nvPr/>
        </p:nvSpPr>
        <p:spPr>
          <a:xfrm>
            <a:off x="831850" y="4962872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2">
                    <a:lumMod val="25000"/>
                  </a:schemeClr>
                </a:solidFill>
                <a:latin typeface="Gotham" panose="02000504050000020004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Gotham" panose="02000504050000020004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Gotham" panose="02000504050000020004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" panose="02000504050000020004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" panose="02000504050000020004" pitchFamily="2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 smtClean="0"/>
          </a:p>
          <a:p>
            <a:r>
              <a:rPr lang="pt-BR" sz="6000" b="1" dirty="0" smtClean="0">
                <a:solidFill>
                  <a:schemeClr val="accent5">
                    <a:lumMod val="75000"/>
                  </a:schemeClr>
                </a:solidFill>
                <a:ea typeface="+mj-ea"/>
                <a:cs typeface="+mj-cs"/>
              </a:rPr>
              <a:t>Vale a pena estudar ADS?</a:t>
            </a:r>
            <a:endParaRPr lang="pt-BR" sz="6000" b="1" dirty="0">
              <a:solidFill>
                <a:schemeClr val="accent5">
                  <a:lumMod val="75000"/>
                </a:schemeClr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8885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4319" y="129991"/>
            <a:ext cx="11079481" cy="1325563"/>
          </a:xfrm>
        </p:spPr>
        <p:txBody>
          <a:bodyPr/>
          <a:lstStyle/>
          <a:p>
            <a:r>
              <a:rPr lang="pt-BR" dirty="0" smtClean="0"/>
              <a:t>Rodrigo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74319" y="1436914"/>
            <a:ext cx="11691257" cy="5264331"/>
          </a:xfrm>
        </p:spPr>
        <p:txBody>
          <a:bodyPr/>
          <a:lstStyle/>
          <a:p>
            <a:r>
              <a:rPr lang="pt-BR" dirty="0"/>
              <a:t>Técnico em Eletrônica pela ETE “FMC</a:t>
            </a:r>
            <a:r>
              <a:rPr lang="pt-BR" dirty="0" smtClean="0"/>
              <a:t>”;</a:t>
            </a:r>
          </a:p>
          <a:p>
            <a:r>
              <a:rPr lang="pt-BR" dirty="0"/>
              <a:t>Engenheiro Eletricista pelo </a:t>
            </a:r>
            <a:r>
              <a:rPr lang="pt-BR" dirty="0" err="1" smtClean="0"/>
              <a:t>Inatel</a:t>
            </a:r>
            <a:r>
              <a:rPr lang="pt-BR" dirty="0" smtClean="0"/>
              <a:t>; </a:t>
            </a:r>
          </a:p>
          <a:p>
            <a:r>
              <a:rPr lang="pt-BR" dirty="0"/>
              <a:t>Pós Graduado em Engenharia de Segurança do trabalho na Cruzeiro do </a:t>
            </a:r>
            <a:r>
              <a:rPr lang="pt-BR" dirty="0" smtClean="0"/>
              <a:t>Sul;</a:t>
            </a:r>
          </a:p>
          <a:p>
            <a:r>
              <a:rPr lang="pt-BR" dirty="0" smtClean="0"/>
              <a:t>Mestre </a:t>
            </a:r>
            <a:r>
              <a:rPr lang="pt-BR" dirty="0"/>
              <a:t>em Engenharia </a:t>
            </a:r>
            <a:r>
              <a:rPr lang="pt-BR" dirty="0" smtClean="0"/>
              <a:t>e Tecnologia pelo </a:t>
            </a:r>
            <a:r>
              <a:rPr lang="pt-BR" dirty="0" err="1" smtClean="0"/>
              <a:t>Inatel</a:t>
            </a:r>
            <a:r>
              <a:rPr lang="pt-BR" dirty="0" smtClean="0"/>
              <a:t>;</a:t>
            </a:r>
          </a:p>
          <a:p>
            <a:r>
              <a:rPr lang="pt-BR" dirty="0" smtClean="0"/>
              <a:t>Atua como engenheiro na área tecnológica desde 2.002; </a:t>
            </a:r>
          </a:p>
          <a:p>
            <a:r>
              <a:rPr lang="pt-BR" dirty="0" smtClean="0"/>
              <a:t>Atua </a:t>
            </a:r>
            <a:r>
              <a:rPr lang="pt-BR" dirty="0"/>
              <a:t>na coordenação de cursos </a:t>
            </a:r>
            <a:r>
              <a:rPr lang="pt-BR" dirty="0" smtClean="0"/>
              <a:t>superiores voltados para engenharia e tecnologia </a:t>
            </a:r>
            <a:r>
              <a:rPr lang="pt-BR" dirty="0"/>
              <a:t>na FAEX desde </a:t>
            </a:r>
            <a:r>
              <a:rPr lang="pt-BR" dirty="0" smtClean="0"/>
              <a:t>2012;</a:t>
            </a:r>
          </a:p>
          <a:p>
            <a:r>
              <a:rPr lang="pt-BR" dirty="0" smtClean="0"/>
              <a:t>Atua como professor nas áreas de engenharia e tecnologia desde 2.004;</a:t>
            </a:r>
          </a:p>
          <a:p>
            <a:r>
              <a:rPr lang="pt-BR" dirty="0" smtClean="0"/>
              <a:t>Professor </a:t>
            </a:r>
            <a:r>
              <a:rPr lang="pt-BR" dirty="0"/>
              <a:t>titular de disciplinas na área de engenharia e tecnologia </a:t>
            </a:r>
            <a:r>
              <a:rPr lang="pt-BR" dirty="0" smtClean="0"/>
              <a:t>na </a:t>
            </a:r>
            <a:r>
              <a:rPr lang="pt-BR" dirty="0"/>
              <a:t>FAEX desde </a:t>
            </a:r>
            <a:r>
              <a:rPr lang="pt-BR" dirty="0" smtClean="0"/>
              <a:t>2012;</a:t>
            </a:r>
          </a:p>
          <a:p>
            <a:r>
              <a:rPr lang="pt-BR" dirty="0" smtClean="0"/>
              <a:t>Sócio </a:t>
            </a:r>
            <a:r>
              <a:rPr lang="pt-BR" dirty="0"/>
              <a:t>proprietário da B&amp;R Engenharia e </a:t>
            </a:r>
            <a:r>
              <a:rPr lang="pt-BR" dirty="0" smtClean="0"/>
              <a:t>Tecnologia.</a:t>
            </a:r>
            <a:endParaRPr lang="pt-B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9886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4319" y="129991"/>
            <a:ext cx="11079481" cy="1325563"/>
          </a:xfrm>
        </p:spPr>
        <p:txBody>
          <a:bodyPr/>
          <a:lstStyle/>
          <a:p>
            <a:r>
              <a:rPr lang="pt-BR" dirty="0" smtClean="0"/>
              <a:t>Pilares do TI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46823" y="1585545"/>
            <a:ext cx="5964718" cy="22655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dirty="0"/>
              <a:t>A infraestrutura de TI </a:t>
            </a:r>
            <a:r>
              <a:rPr lang="pt-BR" b="1" dirty="0"/>
              <a:t>consiste nos componentes e </a:t>
            </a:r>
            <a:r>
              <a:rPr lang="pt-BR" b="1" dirty="0" smtClean="0"/>
              <a:t>equipamentos </a:t>
            </a:r>
            <a:r>
              <a:rPr lang="pt-BR" b="1" dirty="0"/>
              <a:t>que fornecem a base para sustentar todos os sistemas de informação de uma organização</a:t>
            </a:r>
            <a:r>
              <a:rPr lang="pt-BR" dirty="0" smtClean="0"/>
              <a:t>.</a:t>
            </a:r>
          </a:p>
          <a:p>
            <a:pPr marL="0" indent="0" algn="just">
              <a:buNone/>
            </a:pPr>
            <a:r>
              <a:rPr lang="pt-BR" sz="3200" dirty="0" smtClean="0">
                <a:effectLst/>
              </a:rPr>
              <a:t>Ex: Roteador de internet da casa</a:t>
            </a:r>
            <a:endParaRPr lang="pt-BR" sz="3200" dirty="0">
              <a:effectLst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64" y="4467497"/>
            <a:ext cx="3495059" cy="1908486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64" y="1585545"/>
            <a:ext cx="3479642" cy="2265521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4746823" y="4467497"/>
            <a:ext cx="5964718" cy="2265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otham" panose="0200050405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otham" panose="02000504050000020004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otham" panose="02000504050000020004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otham" panose="02000504050000020004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otham" panose="0200050405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BR" dirty="0" smtClean="0"/>
              <a:t>Os Sistemas são soluções que trabalham com dados de entrada, processamento das informações, lógica e apresentação de resultados.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pt-BR" sz="3200" dirty="0" smtClean="0"/>
              <a:t>Ex: </a:t>
            </a:r>
            <a:r>
              <a:rPr lang="pt-BR" sz="3200" dirty="0" err="1" smtClean="0"/>
              <a:t>Whatsapp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33318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9635" y="2259875"/>
            <a:ext cx="4480560" cy="1600200"/>
          </a:xfrm>
        </p:spPr>
        <p:txBody>
          <a:bodyPr>
            <a:noAutofit/>
          </a:bodyPr>
          <a:lstStyle/>
          <a:p>
            <a:pPr algn="ctr"/>
            <a:r>
              <a:rPr lang="pt-BR" sz="4800" dirty="0" smtClean="0">
                <a:solidFill>
                  <a:schemeClr val="accent5">
                    <a:lumMod val="75000"/>
                  </a:schemeClr>
                </a:solidFill>
              </a:rPr>
              <a:t>Existe alguma profissão que não necessita de TI?</a:t>
            </a:r>
            <a:endParaRPr lang="pt-BR" sz="48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2" name="Espaço Reservado para Imagem 11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5" r="161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97487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4319" y="129991"/>
            <a:ext cx="11917681" cy="1325563"/>
          </a:xfrm>
        </p:spPr>
        <p:txBody>
          <a:bodyPr/>
          <a:lstStyle/>
          <a:p>
            <a:r>
              <a:rPr lang="pt-BR" dirty="0" smtClean="0"/>
              <a:t>Quem pode te ajudar a ter uma carreira de sucesso em TI?</a:t>
            </a:r>
            <a:endParaRPr lang="pt-BR" dirty="0"/>
          </a:p>
        </p:txBody>
      </p:sp>
      <p:pic>
        <p:nvPicPr>
          <p:cNvPr id="12" name="Espaço Reservado para Conteúdo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6" y="2653782"/>
            <a:ext cx="3620848" cy="2172508"/>
          </a:xfr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873" y="2653782"/>
            <a:ext cx="4484278" cy="2172508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589" y="2653782"/>
            <a:ext cx="2143125" cy="214312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569" y="129991"/>
            <a:ext cx="6521179" cy="652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05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9635" y="3135087"/>
            <a:ext cx="4480560" cy="1600200"/>
          </a:xfrm>
        </p:spPr>
        <p:txBody>
          <a:bodyPr>
            <a:noAutofit/>
          </a:bodyPr>
          <a:lstStyle/>
          <a:p>
            <a:pPr algn="ctr"/>
            <a:r>
              <a:rPr lang="pt-BR" sz="4800" dirty="0" smtClean="0">
                <a:solidFill>
                  <a:schemeClr val="accent5">
                    <a:lumMod val="75000"/>
                  </a:schemeClr>
                </a:solidFill>
              </a:rPr>
              <a:t>Existe a possibilidade de ter sucesso na área de TI sem se preparar?</a:t>
            </a:r>
            <a:endParaRPr lang="pt-BR" sz="48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4" name="Espaço Reservado para Imagem 13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4" r="122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3391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0447" y="2677887"/>
            <a:ext cx="4480560" cy="1600200"/>
          </a:xfrm>
        </p:spPr>
        <p:txBody>
          <a:bodyPr>
            <a:noAutofit/>
          </a:bodyPr>
          <a:lstStyle/>
          <a:p>
            <a:pPr algn="ctr"/>
            <a:r>
              <a:rPr lang="pt-BR" sz="6000" dirty="0" smtClean="0">
                <a:solidFill>
                  <a:schemeClr val="accent5">
                    <a:lumMod val="75000"/>
                  </a:schemeClr>
                </a:solidFill>
              </a:rPr>
              <a:t>O que fazer?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5" name="Espaço Reservado para Imagem 1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7" b="698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5409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838200" y="1676583"/>
            <a:ext cx="10515600" cy="390394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dirty="0" smtClean="0"/>
              <a:t>Quem não se atualizar estará fora do jogo!</a:t>
            </a:r>
          </a:p>
          <a:p>
            <a:pPr algn="l"/>
            <a:r>
              <a:rPr lang="pt-BR" dirty="0" smtClean="0"/>
              <a:t>A hora é agora! </a:t>
            </a:r>
          </a:p>
          <a:p>
            <a:pPr algn="l"/>
            <a:r>
              <a:rPr lang="pt-BR" dirty="0" smtClean="0"/>
              <a:t>Foque em se atualizar, se capacitar em Instituições que estejam conectadas ao ensino de qualidade!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>
          <a:xfrm>
            <a:off x="838200" y="5304344"/>
            <a:ext cx="10515600" cy="850106"/>
          </a:xfrm>
        </p:spPr>
        <p:txBody>
          <a:bodyPr/>
          <a:lstStyle/>
          <a:p>
            <a:r>
              <a:rPr lang="pt-BR" dirty="0" smtClean="0"/>
              <a:t>Rodrigo O. R. Cardoso</a:t>
            </a:r>
            <a:endParaRPr lang="pt-BR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274319" y="129992"/>
            <a:ext cx="11079481" cy="97266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otham" panose="02000504050000020004" pitchFamily="2" charset="0"/>
                <a:ea typeface="+mj-ea"/>
                <a:cs typeface="+mj-cs"/>
              </a:defRPr>
            </a:lvl1pPr>
          </a:lstStyle>
          <a:p>
            <a:r>
              <a:rPr lang="pt-BR" dirty="0" smtClean="0"/>
              <a:t>		</a:t>
            </a:r>
            <a:r>
              <a:rPr lang="pt-BR" b="1" dirty="0" smtClean="0"/>
              <a:t>Tecnologia da Informação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79307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0447" y="2677887"/>
            <a:ext cx="4480560" cy="1600200"/>
          </a:xfrm>
        </p:spPr>
        <p:txBody>
          <a:bodyPr>
            <a:noAutofit/>
          </a:bodyPr>
          <a:lstStyle/>
          <a:p>
            <a:pPr algn="ctr"/>
            <a:r>
              <a:rPr lang="pt-BR" sz="6000" dirty="0" smtClean="0">
                <a:solidFill>
                  <a:schemeClr val="accent5">
                    <a:lumMod val="75000"/>
                  </a:schemeClr>
                </a:solidFill>
              </a:rPr>
              <a:t>Onde estudar?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5" name="Espaço Reservado para Imagem 1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7" b="698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6165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"/>
            <a:ext cx="10515600" cy="2168434"/>
          </a:xfrm>
        </p:spPr>
        <p:txBody>
          <a:bodyPr/>
          <a:lstStyle/>
          <a:p>
            <a:r>
              <a:rPr lang="pt-BR" dirty="0" smtClean="0"/>
              <a:t>Valendo um brinde!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3050252"/>
            <a:ext cx="10515600" cy="2697405"/>
          </a:xfrm>
        </p:spPr>
        <p:txBody>
          <a:bodyPr>
            <a:normAutofit/>
          </a:bodyPr>
          <a:lstStyle/>
          <a:p>
            <a:endParaRPr lang="pt-BR" dirty="0" smtClean="0"/>
          </a:p>
          <a:p>
            <a:r>
              <a:rPr lang="pt-BR" sz="6000" b="1" dirty="0" smtClean="0">
                <a:solidFill>
                  <a:schemeClr val="accent5">
                    <a:lumMod val="75000"/>
                  </a:schemeClr>
                </a:solidFill>
              </a:rPr>
              <a:t>Qual única faculdade presencial de ADS em Extrema?</a:t>
            </a:r>
            <a:endParaRPr lang="pt-BR" sz="60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8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235" y="115363"/>
            <a:ext cx="6061570" cy="3309936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878" y="3622814"/>
            <a:ext cx="4788284" cy="311755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29786" y="2053154"/>
            <a:ext cx="222048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600" dirty="0" smtClean="0">
                <a:solidFill>
                  <a:schemeClr val="tx2"/>
                </a:solidFill>
              </a:rPr>
              <a:t>ADS</a:t>
            </a:r>
            <a:endParaRPr lang="pt-BR" sz="9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99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"/>
            <a:ext cx="10515600" cy="2168434"/>
          </a:xfrm>
        </p:spPr>
        <p:txBody>
          <a:bodyPr/>
          <a:lstStyle/>
          <a:p>
            <a:r>
              <a:rPr lang="pt-BR" dirty="0" smtClean="0"/>
              <a:t>Valendo um brinde!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3050252"/>
            <a:ext cx="10515600" cy="2697405"/>
          </a:xfrm>
        </p:spPr>
        <p:txBody>
          <a:bodyPr>
            <a:normAutofit/>
          </a:bodyPr>
          <a:lstStyle/>
          <a:p>
            <a:endParaRPr lang="pt-BR" dirty="0" smtClean="0"/>
          </a:p>
          <a:p>
            <a:r>
              <a:rPr lang="pt-BR" sz="6000" b="1" dirty="0" smtClean="0">
                <a:solidFill>
                  <a:schemeClr val="accent5">
                    <a:lumMod val="75000"/>
                  </a:schemeClr>
                </a:solidFill>
              </a:rPr>
              <a:t>Qual única faculdade de ADS que tem oportunidades de estágio?</a:t>
            </a:r>
            <a:endParaRPr lang="pt-BR" sz="60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941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4319" y="-190049"/>
            <a:ext cx="11079481" cy="1325563"/>
          </a:xfrm>
        </p:spPr>
        <p:txBody>
          <a:bodyPr/>
          <a:lstStyle/>
          <a:p>
            <a:r>
              <a:rPr lang="pt-BR" dirty="0" smtClean="0"/>
              <a:t>Porquê a FAEX?</a:t>
            </a:r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785" y="4808861"/>
            <a:ext cx="2457450" cy="18669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622" y="3384165"/>
            <a:ext cx="3533775" cy="12954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076" y="1407474"/>
            <a:ext cx="2305050" cy="1981200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01" b="20420"/>
          <a:stretch/>
        </p:blipFill>
        <p:spPr>
          <a:xfrm>
            <a:off x="5598474" y="1601781"/>
            <a:ext cx="2143125" cy="1296145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040" y="4108129"/>
            <a:ext cx="3858466" cy="256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59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0" y="1102660"/>
            <a:ext cx="12024360" cy="5366720"/>
          </a:xfrm>
        </p:spPr>
        <p:txBody>
          <a:bodyPr>
            <a:normAutofit fontScale="40000" lnSpcReduction="20000"/>
          </a:bodyPr>
          <a:lstStyle/>
          <a:p>
            <a:pPr marL="358775" indent="-358775" algn="just">
              <a:spcAft>
                <a:spcPts val="575"/>
              </a:spcAft>
              <a:buSzPct val="70000"/>
              <a:buFont typeface="Wingdings" charset="2"/>
              <a:buChar char="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dirty="0"/>
              <a:t>A FAEX possui cursos atuais e com infraestrutura diferenciada (laboratórios, salas de aula, biblioteca, </a:t>
            </a:r>
            <a:r>
              <a:rPr lang="pt-BR" dirty="0" err="1"/>
              <a:t>etc</a:t>
            </a:r>
            <a:r>
              <a:rPr lang="pt-BR" dirty="0"/>
              <a:t>).</a:t>
            </a:r>
          </a:p>
          <a:p>
            <a:pPr marL="358775" indent="-358775" algn="just">
              <a:spcAft>
                <a:spcPts val="575"/>
              </a:spcAft>
              <a:buSzPct val="70000"/>
              <a:buFont typeface="Wingdings" charset="2"/>
              <a:buChar char="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dirty="0"/>
              <a:t>A FAEX possui um corpo docente com experiência profissional (prática) e formação acadêmica de destaque (teoria). </a:t>
            </a:r>
          </a:p>
          <a:p>
            <a:pPr marL="358775" indent="-358775" algn="just">
              <a:spcAft>
                <a:spcPts val="575"/>
              </a:spcAft>
              <a:buSzPct val="70000"/>
              <a:buFont typeface="Wingdings" charset="2"/>
              <a:buChar char="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dirty="0"/>
              <a:t>A FAEX possui mensalidades acessíveis e uma equipe de funcionários treinada e focada em fazer da FAEX um centro de educação de referência</a:t>
            </a:r>
            <a:r>
              <a:rPr lang="pt-BR" dirty="0" smtClean="0"/>
              <a:t>.</a:t>
            </a:r>
          </a:p>
          <a:p>
            <a:pPr marL="358775" indent="-358775" algn="just">
              <a:spcAft>
                <a:spcPts val="575"/>
              </a:spcAft>
              <a:buSzPct val="70000"/>
              <a:buFont typeface="Wingdings" charset="2"/>
              <a:buChar char="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dirty="0" smtClean="0"/>
              <a:t>Diurno e Noturno! 2,5 anos de duração</a:t>
            </a:r>
            <a:endParaRPr lang="pt-BR" dirty="0"/>
          </a:p>
          <a:p>
            <a:pPr marL="358775" indent="-358775" algn="just">
              <a:spcAft>
                <a:spcPts val="575"/>
              </a:spcAft>
              <a:buSzPct val="70000"/>
              <a:buFont typeface="Wingdings" charset="2"/>
              <a:buChar char="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sz="9600" b="1" dirty="0" smtClean="0"/>
              <a:t>Faça </a:t>
            </a:r>
            <a:r>
              <a:rPr lang="pt-BR" sz="9600" b="1" dirty="0"/>
              <a:t>agora a sua inscrição!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274319" y="-75749"/>
            <a:ext cx="11079481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otham" panose="02000504050000020004" pitchFamily="2" charset="0"/>
                <a:ea typeface="+mj-ea"/>
                <a:cs typeface="+mj-cs"/>
              </a:defRPr>
            </a:lvl1pPr>
          </a:lstStyle>
          <a:p>
            <a:r>
              <a:rPr lang="pt-BR" b="1" dirty="0" smtClean="0"/>
              <a:t>Porquê a FAEX?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34579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0447" y="2677887"/>
            <a:ext cx="4480560" cy="1600200"/>
          </a:xfrm>
        </p:spPr>
        <p:txBody>
          <a:bodyPr>
            <a:noAutofit/>
          </a:bodyPr>
          <a:lstStyle/>
          <a:p>
            <a:pPr algn="ctr"/>
            <a:r>
              <a:rPr lang="pt-BR" sz="6000" dirty="0" smtClean="0">
                <a:solidFill>
                  <a:schemeClr val="accent5">
                    <a:lumMod val="75000"/>
                  </a:schemeClr>
                </a:solidFill>
              </a:rPr>
              <a:t>Dúvidas, perguntas e ou comentários?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727" y="1"/>
            <a:ext cx="5619748" cy="561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51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2623" y="286748"/>
            <a:ext cx="10515600" cy="1325563"/>
          </a:xfrm>
        </p:spPr>
        <p:txBody>
          <a:bodyPr/>
          <a:lstStyle/>
          <a:p>
            <a:r>
              <a:rPr lang="pt-BR" b="1" dirty="0" smtClean="0"/>
              <a:t>Dúvidas, comentários, entre em contato!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02623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rodrigo.cardoso@faex.edu.br</a:t>
            </a:r>
          </a:p>
          <a:p>
            <a:pPr marL="0" indent="0">
              <a:buNone/>
            </a:pPr>
            <a:r>
              <a:rPr lang="pt-BR" dirty="0" smtClean="0">
                <a:hlinkClick r:id="rId2"/>
              </a:rPr>
              <a:t>www.faex.edu.br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35 9 8846-8374 (</a:t>
            </a:r>
            <a:r>
              <a:rPr lang="pt-BR" dirty="0" err="1"/>
              <a:t>whatsapp</a:t>
            </a:r>
            <a:r>
              <a:rPr lang="pt-BR" dirty="0"/>
              <a:t>)</a:t>
            </a:r>
          </a:p>
          <a:p>
            <a:pPr marL="0" indent="0">
              <a:buNone/>
            </a:pPr>
            <a:r>
              <a:rPr lang="pt-BR" dirty="0" smtClean="0"/>
              <a:t>3435-3988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560423" y="1825625"/>
            <a:ext cx="5181600" cy="4653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>
                <a:hlinkClick r:id="rId3"/>
              </a:rPr>
              <a:t>rodrigo@engenhabr.com.br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>
                <a:hlinkClick r:id="rId4"/>
              </a:rPr>
              <a:t>www.engenhabr.com.br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>
                <a:hlinkClick r:id="rId5"/>
              </a:rPr>
              <a:t>www.linkedin.com/company/b-r-engenharia-e-tecnologia/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>
                <a:hlinkClick r:id="rId6"/>
              </a:rPr>
              <a:t>www.instagram.com/engenha_br/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>
                <a:hlinkClick r:id="rId7"/>
              </a:rPr>
              <a:t>www.facebook.com/BR-Engenharia-e-Tecnologia-110469520709973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35 9 8846-8374 (</a:t>
            </a:r>
            <a:r>
              <a:rPr lang="pt-BR" dirty="0" err="1" smtClean="0"/>
              <a:t>whatsapp</a:t>
            </a:r>
            <a:r>
              <a:rPr lang="pt-BR" dirty="0" smtClean="0"/>
              <a:t>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7640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6339</TotalTime>
  <Words>424</Words>
  <Application>Microsoft Office PowerPoint</Application>
  <PresentationFormat>Widescreen</PresentationFormat>
  <Paragraphs>68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Gotham</vt:lpstr>
      <vt:lpstr>Wingdings</vt:lpstr>
      <vt:lpstr>Tema do Office</vt:lpstr>
      <vt:lpstr>Feira das Profissões O Mundo do TI</vt:lpstr>
      <vt:lpstr>Valendo um brinde!</vt:lpstr>
      <vt:lpstr>Valendo um brinde!</vt:lpstr>
      <vt:lpstr>Apresentação do PowerPoint</vt:lpstr>
      <vt:lpstr>Contexto</vt:lpstr>
      <vt:lpstr>Existe alguma relação entre a evolução do mundo e o TI?</vt:lpstr>
      <vt:lpstr>Rodrigo</vt:lpstr>
      <vt:lpstr>Pilares do TI </vt:lpstr>
      <vt:lpstr>Existe alguma profissão que não necessita de TI?</vt:lpstr>
      <vt:lpstr>Quem pode te ajudar a ter uma carreira de sucesso em TI?</vt:lpstr>
      <vt:lpstr>Existe a possibilidade de ter sucesso na área de TI sem se preparar?</vt:lpstr>
      <vt:lpstr>O que fazer?</vt:lpstr>
      <vt:lpstr>Apresentação do PowerPoint</vt:lpstr>
      <vt:lpstr>Onde estudar?</vt:lpstr>
      <vt:lpstr>Valendo um brinde!</vt:lpstr>
      <vt:lpstr>Apresentação do PowerPoint</vt:lpstr>
      <vt:lpstr>Valendo um brinde!</vt:lpstr>
      <vt:lpstr>Porquê a FAEX?</vt:lpstr>
      <vt:lpstr>Apresentação do PowerPoint</vt:lpstr>
      <vt:lpstr>Dúvidas, perguntas e ou comentários?</vt:lpstr>
      <vt:lpstr>Dúvidas, comentários, entre em contato!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Fabricio</dc:creator>
  <cp:lastModifiedBy>rodrigo.cardosofaex@outlook.com</cp:lastModifiedBy>
  <cp:revision>72</cp:revision>
  <dcterms:created xsi:type="dcterms:W3CDTF">2017-07-27T00:04:24Z</dcterms:created>
  <dcterms:modified xsi:type="dcterms:W3CDTF">2026-09-28T21:14:07Z</dcterms:modified>
</cp:coreProperties>
</file>