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472" r:id="rId3"/>
    <p:sldId id="473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364C6-AF59-4A0D-A17D-CA8058C2555C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3EF35-B51D-4DF4-983A-1C2D159F77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556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7a49a9439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27a49a9439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46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53EF35-B51D-4DF4-983A-1C2D159F77A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801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body" idx="1"/>
          </p:nvPr>
        </p:nvSpPr>
        <p:spPr>
          <a:xfrm>
            <a:off x="2176000" y="5821267"/>
            <a:ext cx="88964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84"/>
              </a:buClr>
              <a:buSzPts val="1000"/>
              <a:buNone/>
              <a:defRPr sz="1333">
                <a:solidFill>
                  <a:srgbClr val="124D84"/>
                </a:solidFill>
              </a:defRPr>
            </a:lvl1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ldNum" idx="12"/>
          </p:nvPr>
        </p:nvSpPr>
        <p:spPr>
          <a:xfrm>
            <a:off x="11152611" y="6041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24D84"/>
                </a:solidFill>
              </a:defRPr>
            </a:lvl1pPr>
            <a:lvl2pPr lvl="1">
              <a:buNone/>
              <a:defRPr>
                <a:solidFill>
                  <a:srgbClr val="124D84"/>
                </a:solidFill>
              </a:defRPr>
            </a:lvl2pPr>
            <a:lvl3pPr lvl="2">
              <a:buNone/>
              <a:defRPr>
                <a:solidFill>
                  <a:srgbClr val="124D84"/>
                </a:solidFill>
              </a:defRPr>
            </a:lvl3pPr>
            <a:lvl4pPr lvl="3">
              <a:buNone/>
              <a:defRPr>
                <a:solidFill>
                  <a:srgbClr val="124D84"/>
                </a:solidFill>
              </a:defRPr>
            </a:lvl4pPr>
            <a:lvl5pPr lvl="4">
              <a:buNone/>
              <a:defRPr>
                <a:solidFill>
                  <a:srgbClr val="124D84"/>
                </a:solidFill>
              </a:defRPr>
            </a:lvl5pPr>
            <a:lvl6pPr lvl="5">
              <a:buNone/>
              <a:defRPr>
                <a:solidFill>
                  <a:srgbClr val="124D84"/>
                </a:solidFill>
              </a:defRPr>
            </a:lvl6pPr>
            <a:lvl7pPr lvl="6">
              <a:buNone/>
              <a:defRPr>
                <a:solidFill>
                  <a:srgbClr val="124D84"/>
                </a:solidFill>
              </a:defRPr>
            </a:lvl7pPr>
            <a:lvl8pPr lvl="7">
              <a:buNone/>
              <a:defRPr>
                <a:solidFill>
                  <a:srgbClr val="124D84"/>
                </a:solidFill>
              </a:defRPr>
            </a:lvl8pPr>
            <a:lvl9pPr lvl="8">
              <a:buNone/>
              <a:defRPr>
                <a:solidFill>
                  <a:srgbClr val="124D84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dirty="0"/>
          </a:p>
        </p:txBody>
      </p:sp>
      <p:grpSp>
        <p:nvGrpSpPr>
          <p:cNvPr id="125" name="Google Shape;125;p9"/>
          <p:cNvGrpSpPr/>
          <p:nvPr/>
        </p:nvGrpSpPr>
        <p:grpSpPr>
          <a:xfrm>
            <a:off x="521441" y="5908049"/>
            <a:ext cx="1365124" cy="524815"/>
            <a:chOff x="2716950" y="2269625"/>
            <a:chExt cx="1886225" cy="725150"/>
          </a:xfrm>
        </p:grpSpPr>
        <p:sp>
          <p:nvSpPr>
            <p:cNvPr id="126" name="Google Shape;126;p9"/>
            <p:cNvSpPr/>
            <p:nvPr/>
          </p:nvSpPr>
          <p:spPr>
            <a:xfrm>
              <a:off x="4267700" y="2269625"/>
              <a:ext cx="151250" cy="148200"/>
            </a:xfrm>
            <a:custGeom>
              <a:avLst/>
              <a:gdLst/>
              <a:ahLst/>
              <a:cxnLst/>
              <a:rect l="l" t="t" r="r" b="b"/>
              <a:pathLst>
                <a:path w="6050" h="5928" extrusionOk="0">
                  <a:moveTo>
                    <a:pt x="3126" y="0"/>
                  </a:moveTo>
                  <a:cubicBezTo>
                    <a:pt x="1482" y="0"/>
                    <a:pt x="102" y="1320"/>
                    <a:pt x="61" y="2964"/>
                  </a:cubicBezTo>
                  <a:cubicBezTo>
                    <a:pt x="0" y="4608"/>
                    <a:pt x="1279" y="5927"/>
                    <a:pt x="2923" y="5927"/>
                  </a:cubicBezTo>
                  <a:cubicBezTo>
                    <a:pt x="4567" y="5927"/>
                    <a:pt x="5927" y="4608"/>
                    <a:pt x="5988" y="2964"/>
                  </a:cubicBezTo>
                  <a:cubicBezTo>
                    <a:pt x="6049" y="1320"/>
                    <a:pt x="4750" y="0"/>
                    <a:pt x="3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2721025" y="2315300"/>
              <a:ext cx="592200" cy="535875"/>
            </a:xfrm>
            <a:custGeom>
              <a:avLst/>
              <a:gdLst/>
              <a:ahLst/>
              <a:cxnLst/>
              <a:rect l="l" t="t" r="r" b="b"/>
              <a:pathLst>
                <a:path w="23688" h="21435" extrusionOk="0">
                  <a:moveTo>
                    <a:pt x="14675" y="0"/>
                  </a:moveTo>
                  <a:cubicBezTo>
                    <a:pt x="11671" y="0"/>
                    <a:pt x="9276" y="548"/>
                    <a:pt x="7531" y="1624"/>
                  </a:cubicBezTo>
                  <a:cubicBezTo>
                    <a:pt x="6069" y="2537"/>
                    <a:pt x="4933" y="3917"/>
                    <a:pt x="4100" y="5805"/>
                  </a:cubicBezTo>
                  <a:cubicBezTo>
                    <a:pt x="3613" y="6901"/>
                    <a:pt x="3065" y="8708"/>
                    <a:pt x="2456" y="11265"/>
                  </a:cubicBezTo>
                  <a:lnTo>
                    <a:pt x="0" y="21434"/>
                  </a:lnTo>
                  <a:lnTo>
                    <a:pt x="5339" y="21434"/>
                  </a:lnTo>
                  <a:lnTo>
                    <a:pt x="7328" y="13193"/>
                  </a:lnTo>
                  <a:cubicBezTo>
                    <a:pt x="10474" y="13153"/>
                    <a:pt x="12422" y="13295"/>
                    <a:pt x="15244" y="11549"/>
                  </a:cubicBezTo>
                  <a:cubicBezTo>
                    <a:pt x="16441" y="10819"/>
                    <a:pt x="17416" y="9763"/>
                    <a:pt x="18187" y="8403"/>
                  </a:cubicBezTo>
                  <a:lnTo>
                    <a:pt x="8566" y="8403"/>
                  </a:lnTo>
                  <a:cubicBezTo>
                    <a:pt x="9581" y="6028"/>
                    <a:pt x="11306" y="4851"/>
                    <a:pt x="13742" y="4851"/>
                  </a:cubicBezTo>
                  <a:lnTo>
                    <a:pt x="20440" y="4851"/>
                  </a:lnTo>
                  <a:lnTo>
                    <a:pt x="236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3015850" y="2315300"/>
              <a:ext cx="545525" cy="535875"/>
            </a:xfrm>
            <a:custGeom>
              <a:avLst/>
              <a:gdLst/>
              <a:ahLst/>
              <a:cxnLst/>
              <a:rect l="l" t="t" r="r" b="b"/>
              <a:pathLst>
                <a:path w="21821" h="21435" extrusionOk="0">
                  <a:moveTo>
                    <a:pt x="14472" y="6719"/>
                  </a:moveTo>
                  <a:lnTo>
                    <a:pt x="15061" y="11671"/>
                  </a:lnTo>
                  <a:lnTo>
                    <a:pt x="11529" y="11671"/>
                  </a:lnTo>
                  <a:lnTo>
                    <a:pt x="14472" y="6719"/>
                  </a:lnTo>
                  <a:close/>
                  <a:moveTo>
                    <a:pt x="13478" y="0"/>
                  </a:moveTo>
                  <a:lnTo>
                    <a:pt x="0" y="21434"/>
                  </a:lnTo>
                  <a:cubicBezTo>
                    <a:pt x="2274" y="21272"/>
                    <a:pt x="4121" y="20744"/>
                    <a:pt x="5541" y="19851"/>
                  </a:cubicBezTo>
                  <a:cubicBezTo>
                    <a:pt x="6759" y="19120"/>
                    <a:pt x="7754" y="18045"/>
                    <a:pt x="8525" y="16644"/>
                  </a:cubicBezTo>
                  <a:lnTo>
                    <a:pt x="15650" y="16644"/>
                  </a:lnTo>
                  <a:lnTo>
                    <a:pt x="16238" y="21434"/>
                  </a:lnTo>
                  <a:lnTo>
                    <a:pt x="21820" y="21434"/>
                  </a:lnTo>
                  <a:lnTo>
                    <a:pt x="185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3556275" y="2315300"/>
              <a:ext cx="482600" cy="536375"/>
            </a:xfrm>
            <a:custGeom>
              <a:avLst/>
              <a:gdLst/>
              <a:ahLst/>
              <a:cxnLst/>
              <a:rect l="l" t="t" r="r" b="b"/>
              <a:pathLst>
                <a:path w="19304" h="21455" extrusionOk="0">
                  <a:moveTo>
                    <a:pt x="11935" y="0"/>
                  </a:moveTo>
                  <a:cubicBezTo>
                    <a:pt x="8891" y="0"/>
                    <a:pt x="6475" y="751"/>
                    <a:pt x="4709" y="2273"/>
                  </a:cubicBezTo>
                  <a:cubicBezTo>
                    <a:pt x="2740" y="3999"/>
                    <a:pt x="1320" y="6840"/>
                    <a:pt x="487" y="10819"/>
                  </a:cubicBezTo>
                  <a:cubicBezTo>
                    <a:pt x="81" y="12808"/>
                    <a:pt x="0" y="14533"/>
                    <a:pt x="264" y="15974"/>
                  </a:cubicBezTo>
                  <a:cubicBezTo>
                    <a:pt x="487" y="17091"/>
                    <a:pt x="893" y="18065"/>
                    <a:pt x="1523" y="18877"/>
                  </a:cubicBezTo>
                  <a:cubicBezTo>
                    <a:pt x="2862" y="20582"/>
                    <a:pt x="4973" y="21455"/>
                    <a:pt x="7896" y="21455"/>
                  </a:cubicBezTo>
                  <a:lnTo>
                    <a:pt x="14777" y="21455"/>
                  </a:lnTo>
                  <a:lnTo>
                    <a:pt x="15792" y="16624"/>
                  </a:lnTo>
                  <a:lnTo>
                    <a:pt x="8505" y="16624"/>
                  </a:lnTo>
                  <a:cubicBezTo>
                    <a:pt x="7328" y="16624"/>
                    <a:pt x="6536" y="16380"/>
                    <a:pt x="6171" y="15913"/>
                  </a:cubicBezTo>
                  <a:cubicBezTo>
                    <a:pt x="6008" y="15710"/>
                    <a:pt x="5887" y="15426"/>
                    <a:pt x="5826" y="15101"/>
                  </a:cubicBezTo>
                  <a:cubicBezTo>
                    <a:pt x="5724" y="14574"/>
                    <a:pt x="5744" y="13884"/>
                    <a:pt x="5866" y="13051"/>
                  </a:cubicBezTo>
                  <a:lnTo>
                    <a:pt x="16543" y="13051"/>
                  </a:lnTo>
                  <a:lnTo>
                    <a:pt x="17578" y="8180"/>
                  </a:lnTo>
                  <a:lnTo>
                    <a:pt x="7043" y="8180"/>
                  </a:lnTo>
                  <a:cubicBezTo>
                    <a:pt x="7937" y="5947"/>
                    <a:pt x="9418" y="4831"/>
                    <a:pt x="11550" y="4831"/>
                  </a:cubicBezTo>
                  <a:lnTo>
                    <a:pt x="18268" y="4831"/>
                  </a:lnTo>
                  <a:lnTo>
                    <a:pt x="193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4045450" y="2314175"/>
              <a:ext cx="246125" cy="284800"/>
            </a:xfrm>
            <a:custGeom>
              <a:avLst/>
              <a:gdLst/>
              <a:ahLst/>
              <a:cxnLst/>
              <a:rect l="l" t="t" r="r" b="b"/>
              <a:pathLst>
                <a:path w="9845" h="11392" extrusionOk="0">
                  <a:moveTo>
                    <a:pt x="1843" y="0"/>
                  </a:moveTo>
                  <a:cubicBezTo>
                    <a:pt x="1717" y="0"/>
                    <a:pt x="1606" y="56"/>
                    <a:pt x="1563" y="228"/>
                  </a:cubicBezTo>
                  <a:cubicBezTo>
                    <a:pt x="1543" y="248"/>
                    <a:pt x="1543" y="268"/>
                    <a:pt x="1543" y="309"/>
                  </a:cubicBezTo>
                  <a:cubicBezTo>
                    <a:pt x="1502" y="350"/>
                    <a:pt x="1462" y="390"/>
                    <a:pt x="1441" y="451"/>
                  </a:cubicBezTo>
                  <a:cubicBezTo>
                    <a:pt x="1319" y="938"/>
                    <a:pt x="0" y="7352"/>
                    <a:pt x="0" y="7900"/>
                  </a:cubicBezTo>
                  <a:cubicBezTo>
                    <a:pt x="0" y="8428"/>
                    <a:pt x="467" y="8692"/>
                    <a:pt x="1867" y="9971"/>
                  </a:cubicBezTo>
                  <a:cubicBezTo>
                    <a:pt x="2801" y="10823"/>
                    <a:pt x="3227" y="11229"/>
                    <a:pt x="3410" y="11391"/>
                  </a:cubicBezTo>
                  <a:cubicBezTo>
                    <a:pt x="3491" y="11351"/>
                    <a:pt x="3572" y="11310"/>
                    <a:pt x="3654" y="11270"/>
                  </a:cubicBezTo>
                  <a:cubicBezTo>
                    <a:pt x="5440" y="10174"/>
                    <a:pt x="7916" y="8895"/>
                    <a:pt x="9601" y="7697"/>
                  </a:cubicBezTo>
                  <a:cubicBezTo>
                    <a:pt x="9621" y="7697"/>
                    <a:pt x="9641" y="7677"/>
                    <a:pt x="9641" y="7677"/>
                  </a:cubicBezTo>
                  <a:lnTo>
                    <a:pt x="9641" y="7657"/>
                  </a:lnTo>
                  <a:cubicBezTo>
                    <a:pt x="9641" y="7657"/>
                    <a:pt x="9763" y="7372"/>
                    <a:pt x="9784" y="6987"/>
                  </a:cubicBezTo>
                  <a:cubicBezTo>
                    <a:pt x="9844" y="6520"/>
                    <a:pt x="9763" y="5891"/>
                    <a:pt x="9256" y="5464"/>
                  </a:cubicBezTo>
                  <a:cubicBezTo>
                    <a:pt x="8322" y="4713"/>
                    <a:pt x="2355" y="187"/>
                    <a:pt x="2355" y="187"/>
                  </a:cubicBezTo>
                  <a:cubicBezTo>
                    <a:pt x="2355" y="187"/>
                    <a:pt x="2074" y="0"/>
                    <a:pt x="18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4286475" y="2506075"/>
              <a:ext cx="235475" cy="376525"/>
            </a:xfrm>
            <a:custGeom>
              <a:avLst/>
              <a:gdLst/>
              <a:ahLst/>
              <a:cxnLst/>
              <a:rect l="l" t="t" r="r" b="b"/>
              <a:pathLst>
                <a:path w="9419" h="15061" extrusionOk="0">
                  <a:moveTo>
                    <a:pt x="1462" y="1"/>
                  </a:moveTo>
                  <a:cubicBezTo>
                    <a:pt x="1401" y="305"/>
                    <a:pt x="731" y="3594"/>
                    <a:pt x="203" y="6192"/>
                  </a:cubicBezTo>
                  <a:cubicBezTo>
                    <a:pt x="41" y="6922"/>
                    <a:pt x="0" y="7491"/>
                    <a:pt x="41" y="7917"/>
                  </a:cubicBezTo>
                  <a:lnTo>
                    <a:pt x="41" y="7937"/>
                  </a:lnTo>
                  <a:cubicBezTo>
                    <a:pt x="41" y="9318"/>
                    <a:pt x="650" y="9561"/>
                    <a:pt x="650" y="9561"/>
                  </a:cubicBezTo>
                  <a:cubicBezTo>
                    <a:pt x="650" y="9561"/>
                    <a:pt x="5907" y="13742"/>
                    <a:pt x="6760" y="14656"/>
                  </a:cubicBezTo>
                  <a:cubicBezTo>
                    <a:pt x="7036" y="14958"/>
                    <a:pt x="7271" y="15060"/>
                    <a:pt x="7464" y="15060"/>
                  </a:cubicBezTo>
                  <a:cubicBezTo>
                    <a:pt x="7866" y="15060"/>
                    <a:pt x="8079" y="14615"/>
                    <a:pt x="8079" y="14615"/>
                  </a:cubicBezTo>
                  <a:lnTo>
                    <a:pt x="8201" y="13986"/>
                  </a:lnTo>
                  <a:cubicBezTo>
                    <a:pt x="8201" y="13986"/>
                    <a:pt x="9074" y="9967"/>
                    <a:pt x="9378" y="8201"/>
                  </a:cubicBezTo>
                  <a:cubicBezTo>
                    <a:pt x="9419" y="7958"/>
                    <a:pt x="9419" y="7734"/>
                    <a:pt x="9398" y="7531"/>
                  </a:cubicBezTo>
                  <a:lnTo>
                    <a:pt x="9398" y="7511"/>
                  </a:lnTo>
                  <a:cubicBezTo>
                    <a:pt x="9398" y="5644"/>
                    <a:pt x="7409" y="4629"/>
                    <a:pt x="6130" y="3736"/>
                  </a:cubicBezTo>
                  <a:cubicBezTo>
                    <a:pt x="6069" y="3675"/>
                    <a:pt x="6009" y="3634"/>
                    <a:pt x="5948" y="3594"/>
                  </a:cubicBezTo>
                  <a:cubicBezTo>
                    <a:pt x="4608" y="2498"/>
                    <a:pt x="2680" y="1198"/>
                    <a:pt x="1482" y="21"/>
                  </a:cubicBezTo>
                  <a:cubicBezTo>
                    <a:pt x="1482" y="21"/>
                    <a:pt x="1462" y="1"/>
                    <a:pt x="1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4323000" y="2314175"/>
              <a:ext cx="280175" cy="285300"/>
            </a:xfrm>
            <a:custGeom>
              <a:avLst/>
              <a:gdLst/>
              <a:ahLst/>
              <a:cxnLst/>
              <a:rect l="l" t="t" r="r" b="b"/>
              <a:pathLst>
                <a:path w="11207" h="11412" extrusionOk="0">
                  <a:moveTo>
                    <a:pt x="2143" y="9477"/>
                  </a:moveTo>
                  <a:cubicBezTo>
                    <a:pt x="3062" y="10186"/>
                    <a:pt x="4036" y="10907"/>
                    <a:pt x="4284" y="11107"/>
                  </a:cubicBezTo>
                  <a:cubicBezTo>
                    <a:pt x="4284" y="11107"/>
                    <a:pt x="4284" y="11107"/>
                    <a:pt x="4285" y="11107"/>
                  </a:cubicBezTo>
                  <a:lnTo>
                    <a:pt x="4285" y="11107"/>
                  </a:lnTo>
                  <a:cubicBezTo>
                    <a:pt x="3639" y="10591"/>
                    <a:pt x="2882" y="10039"/>
                    <a:pt x="2143" y="9477"/>
                  </a:cubicBezTo>
                  <a:close/>
                  <a:moveTo>
                    <a:pt x="10986" y="0"/>
                  </a:moveTo>
                  <a:cubicBezTo>
                    <a:pt x="10750" y="0"/>
                    <a:pt x="10393" y="187"/>
                    <a:pt x="10393" y="187"/>
                  </a:cubicBezTo>
                  <a:cubicBezTo>
                    <a:pt x="10393" y="187"/>
                    <a:pt x="2538" y="4713"/>
                    <a:pt x="1300" y="5464"/>
                  </a:cubicBezTo>
                  <a:cubicBezTo>
                    <a:pt x="610" y="5891"/>
                    <a:pt x="285" y="6520"/>
                    <a:pt x="123" y="6987"/>
                  </a:cubicBezTo>
                  <a:cubicBezTo>
                    <a:pt x="1" y="7372"/>
                    <a:pt x="1" y="7657"/>
                    <a:pt x="1" y="7657"/>
                  </a:cubicBezTo>
                  <a:lnTo>
                    <a:pt x="1" y="7677"/>
                  </a:lnTo>
                  <a:cubicBezTo>
                    <a:pt x="1" y="7677"/>
                    <a:pt x="21" y="7697"/>
                    <a:pt x="21" y="7697"/>
                  </a:cubicBezTo>
                  <a:cubicBezTo>
                    <a:pt x="605" y="8281"/>
                    <a:pt x="1364" y="8885"/>
                    <a:pt x="2143" y="9477"/>
                  </a:cubicBezTo>
                  <a:lnTo>
                    <a:pt x="2143" y="9477"/>
                  </a:lnTo>
                  <a:cubicBezTo>
                    <a:pt x="1479" y="8966"/>
                    <a:pt x="843" y="8462"/>
                    <a:pt x="529" y="8164"/>
                  </a:cubicBezTo>
                  <a:cubicBezTo>
                    <a:pt x="549" y="8083"/>
                    <a:pt x="569" y="7291"/>
                    <a:pt x="610" y="7149"/>
                  </a:cubicBezTo>
                  <a:cubicBezTo>
                    <a:pt x="732" y="6764"/>
                    <a:pt x="995" y="6236"/>
                    <a:pt x="1564" y="5891"/>
                  </a:cubicBezTo>
                  <a:cubicBezTo>
                    <a:pt x="2782" y="5160"/>
                    <a:pt x="10474" y="715"/>
                    <a:pt x="10657" y="613"/>
                  </a:cubicBezTo>
                  <a:lnTo>
                    <a:pt x="10657" y="613"/>
                  </a:lnTo>
                  <a:cubicBezTo>
                    <a:pt x="10434" y="1852"/>
                    <a:pt x="9277" y="7230"/>
                    <a:pt x="9094" y="7697"/>
                  </a:cubicBezTo>
                  <a:cubicBezTo>
                    <a:pt x="8972" y="7961"/>
                    <a:pt x="8668" y="8184"/>
                    <a:pt x="7613" y="8854"/>
                  </a:cubicBezTo>
                  <a:cubicBezTo>
                    <a:pt x="7308" y="9037"/>
                    <a:pt x="6963" y="9280"/>
                    <a:pt x="6537" y="9565"/>
                  </a:cubicBezTo>
                  <a:cubicBezTo>
                    <a:pt x="5604" y="10173"/>
                    <a:pt x="4631" y="10882"/>
                    <a:pt x="4285" y="11107"/>
                  </a:cubicBezTo>
                  <a:lnTo>
                    <a:pt x="4285" y="11107"/>
                  </a:lnTo>
                  <a:cubicBezTo>
                    <a:pt x="4353" y="11161"/>
                    <a:pt x="4421" y="11216"/>
                    <a:pt x="4487" y="11270"/>
                  </a:cubicBezTo>
                  <a:cubicBezTo>
                    <a:pt x="4548" y="11310"/>
                    <a:pt x="4608" y="11351"/>
                    <a:pt x="4669" y="11412"/>
                  </a:cubicBezTo>
                  <a:lnTo>
                    <a:pt x="4669" y="11391"/>
                  </a:lnTo>
                  <a:cubicBezTo>
                    <a:pt x="4933" y="11229"/>
                    <a:pt x="5522" y="10823"/>
                    <a:pt x="6821" y="9971"/>
                  </a:cubicBezTo>
                  <a:cubicBezTo>
                    <a:pt x="8749" y="8692"/>
                    <a:pt x="9318" y="8428"/>
                    <a:pt x="9541" y="7900"/>
                  </a:cubicBezTo>
                  <a:cubicBezTo>
                    <a:pt x="9784" y="7352"/>
                    <a:pt x="11124" y="938"/>
                    <a:pt x="11185" y="451"/>
                  </a:cubicBezTo>
                  <a:cubicBezTo>
                    <a:pt x="11185" y="390"/>
                    <a:pt x="11185" y="350"/>
                    <a:pt x="11165" y="309"/>
                  </a:cubicBezTo>
                  <a:cubicBezTo>
                    <a:pt x="11165" y="268"/>
                    <a:pt x="11185" y="248"/>
                    <a:pt x="11185" y="228"/>
                  </a:cubicBezTo>
                  <a:cubicBezTo>
                    <a:pt x="11206" y="56"/>
                    <a:pt x="11114" y="0"/>
                    <a:pt x="109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3969325" y="2506075"/>
              <a:ext cx="317175" cy="376525"/>
            </a:xfrm>
            <a:custGeom>
              <a:avLst/>
              <a:gdLst/>
              <a:ahLst/>
              <a:cxnLst/>
              <a:rect l="l" t="t" r="r" b="b"/>
              <a:pathLst>
                <a:path w="12687" h="15061" extrusionOk="0">
                  <a:moveTo>
                    <a:pt x="11935" y="1097"/>
                  </a:moveTo>
                  <a:cubicBezTo>
                    <a:pt x="11672" y="2355"/>
                    <a:pt x="11225" y="4385"/>
                    <a:pt x="10880" y="6090"/>
                  </a:cubicBezTo>
                  <a:cubicBezTo>
                    <a:pt x="10758" y="6659"/>
                    <a:pt x="10596" y="7166"/>
                    <a:pt x="10413" y="7592"/>
                  </a:cubicBezTo>
                  <a:lnTo>
                    <a:pt x="10312" y="7673"/>
                  </a:lnTo>
                  <a:lnTo>
                    <a:pt x="10312" y="7795"/>
                  </a:lnTo>
                  <a:cubicBezTo>
                    <a:pt x="9865" y="8871"/>
                    <a:pt x="9358" y="9094"/>
                    <a:pt x="9337" y="9094"/>
                  </a:cubicBezTo>
                  <a:lnTo>
                    <a:pt x="9297" y="9115"/>
                  </a:lnTo>
                  <a:lnTo>
                    <a:pt x="9276" y="9135"/>
                  </a:lnTo>
                  <a:cubicBezTo>
                    <a:pt x="8992" y="9297"/>
                    <a:pt x="2233" y="13336"/>
                    <a:pt x="995" y="14250"/>
                  </a:cubicBezTo>
                  <a:cubicBezTo>
                    <a:pt x="772" y="14433"/>
                    <a:pt x="609" y="14493"/>
                    <a:pt x="528" y="14534"/>
                  </a:cubicBezTo>
                  <a:lnTo>
                    <a:pt x="609" y="14087"/>
                  </a:lnTo>
                  <a:cubicBezTo>
                    <a:pt x="630" y="14047"/>
                    <a:pt x="1421" y="10048"/>
                    <a:pt x="1848" y="8323"/>
                  </a:cubicBezTo>
                  <a:cubicBezTo>
                    <a:pt x="1908" y="8140"/>
                    <a:pt x="1969" y="7958"/>
                    <a:pt x="2051" y="7795"/>
                  </a:cubicBezTo>
                  <a:lnTo>
                    <a:pt x="2071" y="7755"/>
                  </a:lnTo>
                  <a:cubicBezTo>
                    <a:pt x="2335" y="7024"/>
                    <a:pt x="2923" y="6395"/>
                    <a:pt x="3898" y="5745"/>
                  </a:cubicBezTo>
                  <a:cubicBezTo>
                    <a:pt x="4547" y="5299"/>
                    <a:pt x="5258" y="4933"/>
                    <a:pt x="5927" y="4568"/>
                  </a:cubicBezTo>
                  <a:cubicBezTo>
                    <a:pt x="6212" y="4426"/>
                    <a:pt x="6455" y="4304"/>
                    <a:pt x="6699" y="4162"/>
                  </a:cubicBezTo>
                  <a:lnTo>
                    <a:pt x="6760" y="4142"/>
                  </a:lnTo>
                  <a:cubicBezTo>
                    <a:pt x="6820" y="4101"/>
                    <a:pt x="6881" y="4060"/>
                    <a:pt x="6942" y="4040"/>
                  </a:cubicBezTo>
                  <a:cubicBezTo>
                    <a:pt x="7571" y="3654"/>
                    <a:pt x="8241" y="3269"/>
                    <a:pt x="8972" y="2843"/>
                  </a:cubicBezTo>
                  <a:cubicBezTo>
                    <a:pt x="9987" y="2274"/>
                    <a:pt x="11022" y="1686"/>
                    <a:pt x="11935" y="1097"/>
                  </a:cubicBezTo>
                  <a:close/>
                  <a:moveTo>
                    <a:pt x="12686" y="1"/>
                  </a:moveTo>
                  <a:cubicBezTo>
                    <a:pt x="12666" y="1"/>
                    <a:pt x="12666" y="21"/>
                    <a:pt x="12646" y="21"/>
                  </a:cubicBezTo>
                  <a:cubicBezTo>
                    <a:pt x="10961" y="1219"/>
                    <a:pt x="8485" y="2498"/>
                    <a:pt x="6699" y="3594"/>
                  </a:cubicBezTo>
                  <a:cubicBezTo>
                    <a:pt x="6617" y="3634"/>
                    <a:pt x="6536" y="3675"/>
                    <a:pt x="6455" y="3715"/>
                  </a:cubicBezTo>
                  <a:cubicBezTo>
                    <a:pt x="5603" y="4203"/>
                    <a:pt x="4547" y="4690"/>
                    <a:pt x="3613" y="5319"/>
                  </a:cubicBezTo>
                  <a:cubicBezTo>
                    <a:pt x="2720" y="5928"/>
                    <a:pt x="1969" y="6638"/>
                    <a:pt x="1604" y="7572"/>
                  </a:cubicBezTo>
                  <a:cubicBezTo>
                    <a:pt x="1502" y="7775"/>
                    <a:pt x="1421" y="7978"/>
                    <a:pt x="1360" y="8201"/>
                  </a:cubicBezTo>
                  <a:cubicBezTo>
                    <a:pt x="914" y="9967"/>
                    <a:pt x="122" y="13986"/>
                    <a:pt x="122" y="13986"/>
                  </a:cubicBezTo>
                  <a:lnTo>
                    <a:pt x="0" y="14615"/>
                  </a:lnTo>
                  <a:cubicBezTo>
                    <a:pt x="0" y="14615"/>
                    <a:pt x="28" y="15060"/>
                    <a:pt x="429" y="15060"/>
                  </a:cubicBezTo>
                  <a:cubicBezTo>
                    <a:pt x="621" y="15060"/>
                    <a:pt x="898" y="14958"/>
                    <a:pt x="1300" y="14656"/>
                  </a:cubicBezTo>
                  <a:cubicBezTo>
                    <a:pt x="2538" y="13742"/>
                    <a:pt x="9520" y="9561"/>
                    <a:pt x="9520" y="9561"/>
                  </a:cubicBezTo>
                  <a:cubicBezTo>
                    <a:pt x="9520" y="9561"/>
                    <a:pt x="10230" y="9318"/>
                    <a:pt x="10819" y="7917"/>
                  </a:cubicBezTo>
                  <a:cubicBezTo>
                    <a:pt x="10819" y="7897"/>
                    <a:pt x="10819" y="7897"/>
                    <a:pt x="10819" y="7897"/>
                  </a:cubicBezTo>
                  <a:cubicBezTo>
                    <a:pt x="11022" y="7470"/>
                    <a:pt x="11205" y="6922"/>
                    <a:pt x="11367" y="6192"/>
                  </a:cubicBezTo>
                  <a:cubicBezTo>
                    <a:pt x="11915" y="3594"/>
                    <a:pt x="12626" y="305"/>
                    <a:pt x="126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2716950" y="2902900"/>
              <a:ext cx="1806025" cy="91875"/>
            </a:xfrm>
            <a:custGeom>
              <a:avLst/>
              <a:gdLst/>
              <a:ahLst/>
              <a:cxnLst/>
              <a:rect l="l" t="t" r="r" b="b"/>
              <a:pathLst>
                <a:path w="72241" h="3675" extrusionOk="0">
                  <a:moveTo>
                    <a:pt x="58072" y="833"/>
                  </a:moveTo>
                  <a:cubicBezTo>
                    <a:pt x="58296" y="833"/>
                    <a:pt x="58438" y="853"/>
                    <a:pt x="58519" y="894"/>
                  </a:cubicBezTo>
                  <a:cubicBezTo>
                    <a:pt x="58560" y="934"/>
                    <a:pt x="58580" y="995"/>
                    <a:pt x="58580" y="1097"/>
                  </a:cubicBezTo>
                  <a:cubicBezTo>
                    <a:pt x="58580" y="1259"/>
                    <a:pt x="58519" y="1361"/>
                    <a:pt x="58417" y="1421"/>
                  </a:cubicBezTo>
                  <a:cubicBezTo>
                    <a:pt x="58336" y="1442"/>
                    <a:pt x="58194" y="1462"/>
                    <a:pt x="57971" y="1462"/>
                  </a:cubicBezTo>
                  <a:lnTo>
                    <a:pt x="57240" y="1462"/>
                  </a:lnTo>
                  <a:lnTo>
                    <a:pt x="57240" y="833"/>
                  </a:lnTo>
                  <a:close/>
                  <a:moveTo>
                    <a:pt x="4913" y="1137"/>
                  </a:moveTo>
                  <a:lnTo>
                    <a:pt x="5258" y="1970"/>
                  </a:lnTo>
                  <a:lnTo>
                    <a:pt x="4568" y="1970"/>
                  </a:lnTo>
                  <a:lnTo>
                    <a:pt x="4913" y="1137"/>
                  </a:lnTo>
                  <a:close/>
                  <a:moveTo>
                    <a:pt x="22389" y="1137"/>
                  </a:moveTo>
                  <a:lnTo>
                    <a:pt x="22714" y="1970"/>
                  </a:lnTo>
                  <a:lnTo>
                    <a:pt x="22044" y="1970"/>
                  </a:lnTo>
                  <a:lnTo>
                    <a:pt x="22389" y="1137"/>
                  </a:lnTo>
                  <a:close/>
                  <a:moveTo>
                    <a:pt x="70150" y="1137"/>
                  </a:moveTo>
                  <a:lnTo>
                    <a:pt x="70495" y="1970"/>
                  </a:lnTo>
                  <a:lnTo>
                    <a:pt x="69804" y="1970"/>
                  </a:lnTo>
                  <a:lnTo>
                    <a:pt x="70150" y="1137"/>
                  </a:lnTo>
                  <a:close/>
                  <a:moveTo>
                    <a:pt x="18654" y="813"/>
                  </a:moveTo>
                  <a:cubicBezTo>
                    <a:pt x="18898" y="813"/>
                    <a:pt x="19060" y="853"/>
                    <a:pt x="19121" y="914"/>
                  </a:cubicBezTo>
                  <a:cubicBezTo>
                    <a:pt x="19162" y="955"/>
                    <a:pt x="19202" y="995"/>
                    <a:pt x="19223" y="1056"/>
                  </a:cubicBezTo>
                  <a:cubicBezTo>
                    <a:pt x="19304" y="1218"/>
                    <a:pt x="19345" y="1462"/>
                    <a:pt x="19345" y="1767"/>
                  </a:cubicBezTo>
                  <a:cubicBezTo>
                    <a:pt x="19345" y="2193"/>
                    <a:pt x="19284" y="2477"/>
                    <a:pt x="19162" y="2599"/>
                  </a:cubicBezTo>
                  <a:cubicBezTo>
                    <a:pt x="19060" y="2741"/>
                    <a:pt x="18837" y="2802"/>
                    <a:pt x="18512" y="2802"/>
                  </a:cubicBezTo>
                  <a:lnTo>
                    <a:pt x="17863" y="2802"/>
                  </a:lnTo>
                  <a:lnTo>
                    <a:pt x="17863" y="813"/>
                  </a:lnTo>
                  <a:close/>
                  <a:moveTo>
                    <a:pt x="26550" y="813"/>
                  </a:moveTo>
                  <a:cubicBezTo>
                    <a:pt x="26773" y="813"/>
                    <a:pt x="26936" y="853"/>
                    <a:pt x="27017" y="914"/>
                  </a:cubicBezTo>
                  <a:cubicBezTo>
                    <a:pt x="27058" y="955"/>
                    <a:pt x="27098" y="995"/>
                    <a:pt x="27119" y="1056"/>
                  </a:cubicBezTo>
                  <a:cubicBezTo>
                    <a:pt x="27200" y="1218"/>
                    <a:pt x="27220" y="1462"/>
                    <a:pt x="27220" y="1767"/>
                  </a:cubicBezTo>
                  <a:cubicBezTo>
                    <a:pt x="27220" y="2193"/>
                    <a:pt x="27159" y="2477"/>
                    <a:pt x="27058" y="2599"/>
                  </a:cubicBezTo>
                  <a:cubicBezTo>
                    <a:pt x="26936" y="2741"/>
                    <a:pt x="26733" y="2802"/>
                    <a:pt x="26408" y="2802"/>
                  </a:cubicBezTo>
                  <a:lnTo>
                    <a:pt x="25738" y="2802"/>
                  </a:lnTo>
                  <a:lnTo>
                    <a:pt x="25759" y="813"/>
                  </a:lnTo>
                  <a:close/>
                  <a:moveTo>
                    <a:pt x="36922" y="813"/>
                  </a:moveTo>
                  <a:cubicBezTo>
                    <a:pt x="37166" y="813"/>
                    <a:pt x="37328" y="853"/>
                    <a:pt x="37409" y="914"/>
                  </a:cubicBezTo>
                  <a:cubicBezTo>
                    <a:pt x="37450" y="955"/>
                    <a:pt x="37470" y="995"/>
                    <a:pt x="37511" y="1056"/>
                  </a:cubicBezTo>
                  <a:cubicBezTo>
                    <a:pt x="37572" y="1218"/>
                    <a:pt x="37612" y="1462"/>
                    <a:pt x="37612" y="1767"/>
                  </a:cubicBezTo>
                  <a:cubicBezTo>
                    <a:pt x="37612" y="2193"/>
                    <a:pt x="37552" y="2477"/>
                    <a:pt x="37450" y="2599"/>
                  </a:cubicBezTo>
                  <a:cubicBezTo>
                    <a:pt x="37328" y="2741"/>
                    <a:pt x="37125" y="2802"/>
                    <a:pt x="36801" y="2802"/>
                  </a:cubicBezTo>
                  <a:lnTo>
                    <a:pt x="36131" y="2802"/>
                  </a:lnTo>
                  <a:lnTo>
                    <a:pt x="36151" y="813"/>
                  </a:lnTo>
                  <a:close/>
                  <a:moveTo>
                    <a:pt x="1848" y="1"/>
                  </a:moveTo>
                  <a:cubicBezTo>
                    <a:pt x="1280" y="1"/>
                    <a:pt x="833" y="82"/>
                    <a:pt x="549" y="265"/>
                  </a:cubicBezTo>
                  <a:cubicBezTo>
                    <a:pt x="305" y="427"/>
                    <a:pt x="163" y="650"/>
                    <a:pt x="82" y="975"/>
                  </a:cubicBezTo>
                  <a:cubicBezTo>
                    <a:pt x="42" y="1158"/>
                    <a:pt x="21" y="1462"/>
                    <a:pt x="21" y="1909"/>
                  </a:cubicBezTo>
                  <a:lnTo>
                    <a:pt x="1" y="3634"/>
                  </a:lnTo>
                  <a:lnTo>
                    <a:pt x="1036" y="3634"/>
                  </a:lnTo>
                  <a:lnTo>
                    <a:pt x="1036" y="2233"/>
                  </a:lnTo>
                  <a:lnTo>
                    <a:pt x="3188" y="2233"/>
                  </a:lnTo>
                  <a:lnTo>
                    <a:pt x="3188" y="1421"/>
                  </a:lnTo>
                  <a:lnTo>
                    <a:pt x="1056" y="1421"/>
                  </a:lnTo>
                  <a:cubicBezTo>
                    <a:pt x="1158" y="1016"/>
                    <a:pt x="1422" y="813"/>
                    <a:pt x="1889" y="813"/>
                  </a:cubicBezTo>
                  <a:lnTo>
                    <a:pt x="3188" y="813"/>
                  </a:lnTo>
                  <a:lnTo>
                    <a:pt x="3188" y="1"/>
                  </a:lnTo>
                  <a:close/>
                  <a:moveTo>
                    <a:pt x="4405" y="1"/>
                  </a:moveTo>
                  <a:lnTo>
                    <a:pt x="2782" y="3634"/>
                  </a:lnTo>
                  <a:lnTo>
                    <a:pt x="3898" y="3634"/>
                  </a:lnTo>
                  <a:lnTo>
                    <a:pt x="4223" y="2822"/>
                  </a:lnTo>
                  <a:lnTo>
                    <a:pt x="5583" y="2822"/>
                  </a:lnTo>
                  <a:lnTo>
                    <a:pt x="5928" y="3634"/>
                  </a:lnTo>
                  <a:lnTo>
                    <a:pt x="7004" y="3634"/>
                  </a:lnTo>
                  <a:lnTo>
                    <a:pt x="5380" y="1"/>
                  </a:lnTo>
                  <a:close/>
                  <a:moveTo>
                    <a:pt x="8506" y="1"/>
                  </a:moveTo>
                  <a:cubicBezTo>
                    <a:pt x="7328" y="1"/>
                    <a:pt x="6740" y="610"/>
                    <a:pt x="6719" y="1827"/>
                  </a:cubicBezTo>
                  <a:cubicBezTo>
                    <a:pt x="6719" y="2172"/>
                    <a:pt x="6780" y="2457"/>
                    <a:pt x="6882" y="2700"/>
                  </a:cubicBezTo>
                  <a:cubicBezTo>
                    <a:pt x="6963" y="2883"/>
                    <a:pt x="7085" y="3066"/>
                    <a:pt x="7247" y="3187"/>
                  </a:cubicBezTo>
                  <a:cubicBezTo>
                    <a:pt x="7572" y="3492"/>
                    <a:pt x="8018" y="3634"/>
                    <a:pt x="8567" y="3634"/>
                  </a:cubicBezTo>
                  <a:lnTo>
                    <a:pt x="9926" y="3634"/>
                  </a:lnTo>
                  <a:lnTo>
                    <a:pt x="9926" y="2802"/>
                  </a:lnTo>
                  <a:lnTo>
                    <a:pt x="8506" y="2802"/>
                  </a:lnTo>
                  <a:cubicBezTo>
                    <a:pt x="8181" y="2802"/>
                    <a:pt x="7978" y="2700"/>
                    <a:pt x="7876" y="2497"/>
                  </a:cubicBezTo>
                  <a:cubicBezTo>
                    <a:pt x="7836" y="2416"/>
                    <a:pt x="7816" y="2294"/>
                    <a:pt x="7816" y="2172"/>
                  </a:cubicBezTo>
                  <a:cubicBezTo>
                    <a:pt x="7816" y="2030"/>
                    <a:pt x="7816" y="1929"/>
                    <a:pt x="7816" y="1868"/>
                  </a:cubicBezTo>
                  <a:cubicBezTo>
                    <a:pt x="7816" y="1523"/>
                    <a:pt x="7876" y="1279"/>
                    <a:pt x="7978" y="1117"/>
                  </a:cubicBezTo>
                  <a:cubicBezTo>
                    <a:pt x="8100" y="914"/>
                    <a:pt x="8323" y="813"/>
                    <a:pt x="8627" y="813"/>
                  </a:cubicBezTo>
                  <a:lnTo>
                    <a:pt x="9926" y="813"/>
                  </a:lnTo>
                  <a:lnTo>
                    <a:pt x="9947" y="1"/>
                  </a:lnTo>
                  <a:close/>
                  <a:moveTo>
                    <a:pt x="13925" y="1"/>
                  </a:moveTo>
                  <a:lnTo>
                    <a:pt x="13925" y="2091"/>
                  </a:lnTo>
                  <a:cubicBezTo>
                    <a:pt x="13925" y="2416"/>
                    <a:pt x="13966" y="2700"/>
                    <a:pt x="14067" y="2923"/>
                  </a:cubicBezTo>
                  <a:cubicBezTo>
                    <a:pt x="14270" y="3390"/>
                    <a:pt x="14757" y="3634"/>
                    <a:pt x="15488" y="3634"/>
                  </a:cubicBezTo>
                  <a:lnTo>
                    <a:pt x="16645" y="3634"/>
                  </a:lnTo>
                  <a:lnTo>
                    <a:pt x="16645" y="2842"/>
                  </a:lnTo>
                  <a:lnTo>
                    <a:pt x="15569" y="2842"/>
                  </a:lnTo>
                  <a:cubicBezTo>
                    <a:pt x="15285" y="2842"/>
                    <a:pt x="15102" y="2781"/>
                    <a:pt x="15021" y="2680"/>
                  </a:cubicBezTo>
                  <a:cubicBezTo>
                    <a:pt x="14960" y="2599"/>
                    <a:pt x="14940" y="2436"/>
                    <a:pt x="14940" y="2213"/>
                  </a:cubicBezTo>
                  <a:lnTo>
                    <a:pt x="14940" y="1"/>
                  </a:lnTo>
                  <a:close/>
                  <a:moveTo>
                    <a:pt x="16848" y="1"/>
                  </a:moveTo>
                  <a:lnTo>
                    <a:pt x="16828" y="3634"/>
                  </a:lnTo>
                  <a:lnTo>
                    <a:pt x="18675" y="3634"/>
                  </a:lnTo>
                  <a:cubicBezTo>
                    <a:pt x="19263" y="3634"/>
                    <a:pt x="19690" y="3512"/>
                    <a:pt x="19933" y="3289"/>
                  </a:cubicBezTo>
                  <a:cubicBezTo>
                    <a:pt x="20258" y="3005"/>
                    <a:pt x="20420" y="2477"/>
                    <a:pt x="20420" y="1726"/>
                  </a:cubicBezTo>
                  <a:cubicBezTo>
                    <a:pt x="20420" y="1381"/>
                    <a:pt x="20359" y="1097"/>
                    <a:pt x="20258" y="873"/>
                  </a:cubicBezTo>
                  <a:cubicBezTo>
                    <a:pt x="19994" y="285"/>
                    <a:pt x="19426" y="1"/>
                    <a:pt x="18553" y="1"/>
                  </a:cubicBezTo>
                  <a:close/>
                  <a:moveTo>
                    <a:pt x="21882" y="1"/>
                  </a:moveTo>
                  <a:lnTo>
                    <a:pt x="20258" y="3634"/>
                  </a:lnTo>
                  <a:lnTo>
                    <a:pt x="21374" y="3634"/>
                  </a:lnTo>
                  <a:lnTo>
                    <a:pt x="21699" y="2822"/>
                  </a:lnTo>
                  <a:lnTo>
                    <a:pt x="23059" y="2822"/>
                  </a:lnTo>
                  <a:lnTo>
                    <a:pt x="23384" y="3634"/>
                  </a:lnTo>
                  <a:lnTo>
                    <a:pt x="24480" y="3634"/>
                  </a:lnTo>
                  <a:lnTo>
                    <a:pt x="22856" y="1"/>
                  </a:lnTo>
                  <a:close/>
                  <a:moveTo>
                    <a:pt x="24723" y="1"/>
                  </a:moveTo>
                  <a:lnTo>
                    <a:pt x="24723" y="3634"/>
                  </a:lnTo>
                  <a:lnTo>
                    <a:pt x="26550" y="3634"/>
                  </a:lnTo>
                  <a:cubicBezTo>
                    <a:pt x="27159" y="3634"/>
                    <a:pt x="27565" y="3512"/>
                    <a:pt x="27829" y="3289"/>
                  </a:cubicBezTo>
                  <a:cubicBezTo>
                    <a:pt x="28133" y="3005"/>
                    <a:pt x="28296" y="2477"/>
                    <a:pt x="28296" y="1726"/>
                  </a:cubicBezTo>
                  <a:cubicBezTo>
                    <a:pt x="28316" y="1381"/>
                    <a:pt x="28255" y="1097"/>
                    <a:pt x="28154" y="873"/>
                  </a:cubicBezTo>
                  <a:cubicBezTo>
                    <a:pt x="27890" y="285"/>
                    <a:pt x="27322" y="1"/>
                    <a:pt x="26449" y="1"/>
                  </a:cubicBezTo>
                  <a:close/>
                  <a:moveTo>
                    <a:pt x="30407" y="1"/>
                  </a:moveTo>
                  <a:cubicBezTo>
                    <a:pt x="29818" y="1"/>
                    <a:pt x="29392" y="122"/>
                    <a:pt x="29108" y="386"/>
                  </a:cubicBezTo>
                  <a:cubicBezTo>
                    <a:pt x="28803" y="670"/>
                    <a:pt x="28641" y="1158"/>
                    <a:pt x="28641" y="1827"/>
                  </a:cubicBezTo>
                  <a:cubicBezTo>
                    <a:pt x="28641" y="2172"/>
                    <a:pt x="28681" y="2457"/>
                    <a:pt x="28803" y="2700"/>
                  </a:cubicBezTo>
                  <a:cubicBezTo>
                    <a:pt x="28884" y="2883"/>
                    <a:pt x="29006" y="3066"/>
                    <a:pt x="29148" y="3187"/>
                  </a:cubicBezTo>
                  <a:cubicBezTo>
                    <a:pt x="29473" y="3492"/>
                    <a:pt x="29920" y="3634"/>
                    <a:pt x="30488" y="3634"/>
                  </a:cubicBezTo>
                  <a:lnTo>
                    <a:pt x="31828" y="3634"/>
                  </a:lnTo>
                  <a:lnTo>
                    <a:pt x="31828" y="2802"/>
                  </a:lnTo>
                  <a:lnTo>
                    <a:pt x="30407" y="2802"/>
                  </a:lnTo>
                  <a:cubicBezTo>
                    <a:pt x="30183" y="2802"/>
                    <a:pt x="30021" y="2761"/>
                    <a:pt x="29940" y="2700"/>
                  </a:cubicBezTo>
                  <a:cubicBezTo>
                    <a:pt x="29899" y="2660"/>
                    <a:pt x="29859" y="2619"/>
                    <a:pt x="29838" y="2558"/>
                  </a:cubicBezTo>
                  <a:cubicBezTo>
                    <a:pt x="29798" y="2457"/>
                    <a:pt x="29778" y="2355"/>
                    <a:pt x="29757" y="2213"/>
                  </a:cubicBezTo>
                  <a:lnTo>
                    <a:pt x="31828" y="2213"/>
                  </a:lnTo>
                  <a:lnTo>
                    <a:pt x="31848" y="1381"/>
                  </a:lnTo>
                  <a:lnTo>
                    <a:pt x="29798" y="1381"/>
                  </a:lnTo>
                  <a:cubicBezTo>
                    <a:pt x="29879" y="995"/>
                    <a:pt x="30123" y="813"/>
                    <a:pt x="30529" y="813"/>
                  </a:cubicBezTo>
                  <a:lnTo>
                    <a:pt x="31848" y="813"/>
                  </a:lnTo>
                  <a:lnTo>
                    <a:pt x="31848" y="1"/>
                  </a:lnTo>
                  <a:close/>
                  <a:moveTo>
                    <a:pt x="35116" y="1"/>
                  </a:moveTo>
                  <a:lnTo>
                    <a:pt x="35096" y="3634"/>
                  </a:lnTo>
                  <a:lnTo>
                    <a:pt x="36943" y="3634"/>
                  </a:lnTo>
                  <a:cubicBezTo>
                    <a:pt x="37531" y="3634"/>
                    <a:pt x="37957" y="3512"/>
                    <a:pt x="38201" y="3289"/>
                  </a:cubicBezTo>
                  <a:cubicBezTo>
                    <a:pt x="38526" y="3005"/>
                    <a:pt x="38688" y="2477"/>
                    <a:pt x="38688" y="1726"/>
                  </a:cubicBezTo>
                  <a:cubicBezTo>
                    <a:pt x="38688" y="1381"/>
                    <a:pt x="38648" y="1097"/>
                    <a:pt x="38526" y="873"/>
                  </a:cubicBezTo>
                  <a:cubicBezTo>
                    <a:pt x="38282" y="285"/>
                    <a:pt x="37714" y="1"/>
                    <a:pt x="36821" y="1"/>
                  </a:cubicBezTo>
                  <a:close/>
                  <a:moveTo>
                    <a:pt x="40799" y="1"/>
                  </a:moveTo>
                  <a:cubicBezTo>
                    <a:pt x="40211" y="1"/>
                    <a:pt x="39784" y="122"/>
                    <a:pt x="39500" y="386"/>
                  </a:cubicBezTo>
                  <a:cubicBezTo>
                    <a:pt x="39175" y="670"/>
                    <a:pt x="39033" y="1158"/>
                    <a:pt x="39013" y="1827"/>
                  </a:cubicBezTo>
                  <a:cubicBezTo>
                    <a:pt x="39013" y="2172"/>
                    <a:pt x="39074" y="2457"/>
                    <a:pt x="39175" y="2700"/>
                  </a:cubicBezTo>
                  <a:cubicBezTo>
                    <a:pt x="39277" y="2883"/>
                    <a:pt x="39378" y="3066"/>
                    <a:pt x="39541" y="3187"/>
                  </a:cubicBezTo>
                  <a:cubicBezTo>
                    <a:pt x="39865" y="3492"/>
                    <a:pt x="40312" y="3634"/>
                    <a:pt x="40880" y="3634"/>
                  </a:cubicBezTo>
                  <a:lnTo>
                    <a:pt x="42220" y="3634"/>
                  </a:lnTo>
                  <a:lnTo>
                    <a:pt x="42220" y="2802"/>
                  </a:lnTo>
                  <a:lnTo>
                    <a:pt x="40799" y="2802"/>
                  </a:lnTo>
                  <a:cubicBezTo>
                    <a:pt x="40576" y="2802"/>
                    <a:pt x="40413" y="2761"/>
                    <a:pt x="40312" y="2700"/>
                  </a:cubicBezTo>
                  <a:cubicBezTo>
                    <a:pt x="40271" y="2660"/>
                    <a:pt x="40251" y="2619"/>
                    <a:pt x="40231" y="2558"/>
                  </a:cubicBezTo>
                  <a:cubicBezTo>
                    <a:pt x="40190" y="2457"/>
                    <a:pt x="40150" y="2355"/>
                    <a:pt x="40150" y="2213"/>
                  </a:cubicBezTo>
                  <a:lnTo>
                    <a:pt x="42220" y="2213"/>
                  </a:lnTo>
                  <a:lnTo>
                    <a:pt x="42220" y="1381"/>
                  </a:lnTo>
                  <a:lnTo>
                    <a:pt x="40190" y="1381"/>
                  </a:lnTo>
                  <a:cubicBezTo>
                    <a:pt x="40271" y="995"/>
                    <a:pt x="40515" y="813"/>
                    <a:pt x="40921" y="813"/>
                  </a:cubicBezTo>
                  <a:lnTo>
                    <a:pt x="42240" y="813"/>
                  </a:lnTo>
                  <a:lnTo>
                    <a:pt x="42240" y="1"/>
                  </a:lnTo>
                  <a:close/>
                  <a:moveTo>
                    <a:pt x="47051" y="1"/>
                  </a:moveTo>
                  <a:cubicBezTo>
                    <a:pt x="46462" y="1"/>
                    <a:pt x="46016" y="122"/>
                    <a:pt x="45752" y="386"/>
                  </a:cubicBezTo>
                  <a:cubicBezTo>
                    <a:pt x="45427" y="670"/>
                    <a:pt x="45265" y="1158"/>
                    <a:pt x="45265" y="1827"/>
                  </a:cubicBezTo>
                  <a:cubicBezTo>
                    <a:pt x="45265" y="2172"/>
                    <a:pt x="45326" y="2457"/>
                    <a:pt x="45427" y="2700"/>
                  </a:cubicBezTo>
                  <a:cubicBezTo>
                    <a:pt x="45508" y="2883"/>
                    <a:pt x="45630" y="3066"/>
                    <a:pt x="45792" y="3187"/>
                  </a:cubicBezTo>
                  <a:cubicBezTo>
                    <a:pt x="46117" y="3492"/>
                    <a:pt x="46564" y="3634"/>
                    <a:pt x="47112" y="3634"/>
                  </a:cubicBezTo>
                  <a:lnTo>
                    <a:pt x="48472" y="3634"/>
                  </a:lnTo>
                  <a:lnTo>
                    <a:pt x="48472" y="2802"/>
                  </a:lnTo>
                  <a:lnTo>
                    <a:pt x="47051" y="2802"/>
                  </a:lnTo>
                  <a:cubicBezTo>
                    <a:pt x="46807" y="2802"/>
                    <a:pt x="46665" y="2761"/>
                    <a:pt x="46564" y="2700"/>
                  </a:cubicBezTo>
                  <a:cubicBezTo>
                    <a:pt x="46523" y="2660"/>
                    <a:pt x="46482" y="2619"/>
                    <a:pt x="46462" y="2558"/>
                  </a:cubicBezTo>
                  <a:cubicBezTo>
                    <a:pt x="46422" y="2457"/>
                    <a:pt x="46401" y="2355"/>
                    <a:pt x="46401" y="2213"/>
                  </a:cubicBezTo>
                  <a:lnTo>
                    <a:pt x="48472" y="2213"/>
                  </a:lnTo>
                  <a:lnTo>
                    <a:pt x="48472" y="1381"/>
                  </a:lnTo>
                  <a:lnTo>
                    <a:pt x="46422" y="1381"/>
                  </a:lnTo>
                  <a:cubicBezTo>
                    <a:pt x="46503" y="995"/>
                    <a:pt x="46746" y="813"/>
                    <a:pt x="47152" y="813"/>
                  </a:cubicBezTo>
                  <a:lnTo>
                    <a:pt x="48472" y="813"/>
                  </a:lnTo>
                  <a:lnTo>
                    <a:pt x="48492" y="1"/>
                  </a:lnTo>
                  <a:close/>
                  <a:moveTo>
                    <a:pt x="48796" y="1"/>
                  </a:moveTo>
                  <a:lnTo>
                    <a:pt x="50035" y="1767"/>
                  </a:lnTo>
                  <a:lnTo>
                    <a:pt x="48654" y="3634"/>
                  </a:lnTo>
                  <a:lnTo>
                    <a:pt x="49933" y="3634"/>
                  </a:lnTo>
                  <a:lnTo>
                    <a:pt x="50643" y="2578"/>
                  </a:lnTo>
                  <a:lnTo>
                    <a:pt x="51334" y="3634"/>
                  </a:lnTo>
                  <a:lnTo>
                    <a:pt x="52470" y="3634"/>
                  </a:lnTo>
                  <a:lnTo>
                    <a:pt x="51212" y="1807"/>
                  </a:lnTo>
                  <a:lnTo>
                    <a:pt x="52470" y="1"/>
                  </a:lnTo>
                  <a:lnTo>
                    <a:pt x="51232" y="1"/>
                  </a:lnTo>
                  <a:lnTo>
                    <a:pt x="50583" y="955"/>
                  </a:lnTo>
                  <a:lnTo>
                    <a:pt x="49913" y="1"/>
                  </a:lnTo>
                  <a:close/>
                  <a:moveTo>
                    <a:pt x="52612" y="1"/>
                  </a:moveTo>
                  <a:lnTo>
                    <a:pt x="52592" y="833"/>
                  </a:lnTo>
                  <a:lnTo>
                    <a:pt x="53749" y="833"/>
                  </a:lnTo>
                  <a:lnTo>
                    <a:pt x="53729" y="3634"/>
                  </a:lnTo>
                  <a:lnTo>
                    <a:pt x="54784" y="3634"/>
                  </a:lnTo>
                  <a:lnTo>
                    <a:pt x="54805" y="833"/>
                  </a:lnTo>
                  <a:lnTo>
                    <a:pt x="55961" y="833"/>
                  </a:lnTo>
                  <a:lnTo>
                    <a:pt x="55961" y="1"/>
                  </a:lnTo>
                  <a:close/>
                  <a:moveTo>
                    <a:pt x="56225" y="1"/>
                  </a:moveTo>
                  <a:lnTo>
                    <a:pt x="56205" y="3634"/>
                  </a:lnTo>
                  <a:lnTo>
                    <a:pt x="57240" y="3634"/>
                  </a:lnTo>
                  <a:lnTo>
                    <a:pt x="57240" y="2294"/>
                  </a:lnTo>
                  <a:lnTo>
                    <a:pt x="57930" y="2294"/>
                  </a:lnTo>
                  <a:lnTo>
                    <a:pt x="58722" y="3634"/>
                  </a:lnTo>
                  <a:lnTo>
                    <a:pt x="59798" y="3634"/>
                  </a:lnTo>
                  <a:lnTo>
                    <a:pt x="58925" y="2172"/>
                  </a:lnTo>
                  <a:cubicBezTo>
                    <a:pt x="59371" y="2030"/>
                    <a:pt x="59595" y="1685"/>
                    <a:pt x="59595" y="1178"/>
                  </a:cubicBezTo>
                  <a:cubicBezTo>
                    <a:pt x="59595" y="975"/>
                    <a:pt x="59554" y="792"/>
                    <a:pt x="59493" y="630"/>
                  </a:cubicBezTo>
                  <a:cubicBezTo>
                    <a:pt x="59311" y="204"/>
                    <a:pt x="58864" y="1"/>
                    <a:pt x="58154" y="1"/>
                  </a:cubicBezTo>
                  <a:close/>
                  <a:moveTo>
                    <a:pt x="61685" y="1"/>
                  </a:moveTo>
                  <a:cubicBezTo>
                    <a:pt x="61097" y="1"/>
                    <a:pt x="60671" y="122"/>
                    <a:pt x="60386" y="386"/>
                  </a:cubicBezTo>
                  <a:cubicBezTo>
                    <a:pt x="60082" y="670"/>
                    <a:pt x="59920" y="1158"/>
                    <a:pt x="59920" y="1827"/>
                  </a:cubicBezTo>
                  <a:cubicBezTo>
                    <a:pt x="59920" y="2172"/>
                    <a:pt x="59960" y="2457"/>
                    <a:pt x="60082" y="2700"/>
                  </a:cubicBezTo>
                  <a:cubicBezTo>
                    <a:pt x="60163" y="2883"/>
                    <a:pt x="60285" y="3066"/>
                    <a:pt x="60427" y="3187"/>
                  </a:cubicBezTo>
                  <a:cubicBezTo>
                    <a:pt x="60752" y="3492"/>
                    <a:pt x="61198" y="3634"/>
                    <a:pt x="61767" y="3634"/>
                  </a:cubicBezTo>
                  <a:lnTo>
                    <a:pt x="63106" y="3634"/>
                  </a:lnTo>
                  <a:lnTo>
                    <a:pt x="63106" y="2802"/>
                  </a:lnTo>
                  <a:lnTo>
                    <a:pt x="61685" y="2802"/>
                  </a:lnTo>
                  <a:cubicBezTo>
                    <a:pt x="61462" y="2802"/>
                    <a:pt x="61300" y="2761"/>
                    <a:pt x="61198" y="2700"/>
                  </a:cubicBezTo>
                  <a:cubicBezTo>
                    <a:pt x="61178" y="2660"/>
                    <a:pt x="61137" y="2619"/>
                    <a:pt x="61117" y="2558"/>
                  </a:cubicBezTo>
                  <a:cubicBezTo>
                    <a:pt x="61076" y="2457"/>
                    <a:pt x="61056" y="2355"/>
                    <a:pt x="61036" y="2213"/>
                  </a:cubicBezTo>
                  <a:lnTo>
                    <a:pt x="63106" y="2213"/>
                  </a:lnTo>
                  <a:lnTo>
                    <a:pt x="63127" y="1381"/>
                  </a:lnTo>
                  <a:lnTo>
                    <a:pt x="61076" y="1381"/>
                  </a:lnTo>
                  <a:cubicBezTo>
                    <a:pt x="61158" y="995"/>
                    <a:pt x="61401" y="813"/>
                    <a:pt x="61807" y="813"/>
                  </a:cubicBezTo>
                  <a:lnTo>
                    <a:pt x="63127" y="813"/>
                  </a:lnTo>
                  <a:lnTo>
                    <a:pt x="63127" y="1"/>
                  </a:lnTo>
                  <a:close/>
                  <a:moveTo>
                    <a:pt x="63472" y="1"/>
                  </a:moveTo>
                  <a:lnTo>
                    <a:pt x="63451" y="3634"/>
                  </a:lnTo>
                  <a:lnTo>
                    <a:pt x="64405" y="3634"/>
                  </a:lnTo>
                  <a:lnTo>
                    <a:pt x="64426" y="1604"/>
                  </a:lnTo>
                  <a:lnTo>
                    <a:pt x="65136" y="3634"/>
                  </a:lnTo>
                  <a:lnTo>
                    <a:pt x="66131" y="3634"/>
                  </a:lnTo>
                  <a:lnTo>
                    <a:pt x="66800" y="1746"/>
                  </a:lnTo>
                  <a:lnTo>
                    <a:pt x="66800" y="3634"/>
                  </a:lnTo>
                  <a:lnTo>
                    <a:pt x="67754" y="3634"/>
                  </a:lnTo>
                  <a:lnTo>
                    <a:pt x="67754" y="1"/>
                  </a:lnTo>
                  <a:lnTo>
                    <a:pt x="66415" y="1"/>
                  </a:lnTo>
                  <a:lnTo>
                    <a:pt x="65583" y="2335"/>
                  </a:lnTo>
                  <a:lnTo>
                    <a:pt x="64791" y="1"/>
                  </a:lnTo>
                  <a:close/>
                  <a:moveTo>
                    <a:pt x="69642" y="1"/>
                  </a:moveTo>
                  <a:lnTo>
                    <a:pt x="68018" y="3634"/>
                  </a:lnTo>
                  <a:lnTo>
                    <a:pt x="69135" y="3634"/>
                  </a:lnTo>
                  <a:lnTo>
                    <a:pt x="69459" y="2822"/>
                  </a:lnTo>
                  <a:lnTo>
                    <a:pt x="70819" y="2822"/>
                  </a:lnTo>
                  <a:lnTo>
                    <a:pt x="71164" y="3634"/>
                  </a:lnTo>
                  <a:lnTo>
                    <a:pt x="72240" y="3634"/>
                  </a:lnTo>
                  <a:lnTo>
                    <a:pt x="70616" y="1"/>
                  </a:lnTo>
                  <a:close/>
                  <a:moveTo>
                    <a:pt x="10150" y="1"/>
                  </a:moveTo>
                  <a:lnTo>
                    <a:pt x="10150" y="2233"/>
                  </a:lnTo>
                  <a:cubicBezTo>
                    <a:pt x="10150" y="2538"/>
                    <a:pt x="10190" y="2781"/>
                    <a:pt x="10272" y="2964"/>
                  </a:cubicBezTo>
                  <a:cubicBezTo>
                    <a:pt x="10292" y="3005"/>
                    <a:pt x="10312" y="3045"/>
                    <a:pt x="10332" y="3086"/>
                  </a:cubicBezTo>
                  <a:cubicBezTo>
                    <a:pt x="10596" y="3472"/>
                    <a:pt x="11104" y="3674"/>
                    <a:pt x="11895" y="3674"/>
                  </a:cubicBezTo>
                  <a:cubicBezTo>
                    <a:pt x="12545" y="3674"/>
                    <a:pt x="13012" y="3512"/>
                    <a:pt x="13276" y="3208"/>
                  </a:cubicBezTo>
                  <a:cubicBezTo>
                    <a:pt x="13438" y="3025"/>
                    <a:pt x="13519" y="2680"/>
                    <a:pt x="13519" y="2233"/>
                  </a:cubicBezTo>
                  <a:lnTo>
                    <a:pt x="13519" y="1"/>
                  </a:lnTo>
                  <a:lnTo>
                    <a:pt x="12504" y="1"/>
                  </a:lnTo>
                  <a:lnTo>
                    <a:pt x="12504" y="2112"/>
                  </a:lnTo>
                  <a:cubicBezTo>
                    <a:pt x="12504" y="2416"/>
                    <a:pt x="12443" y="2619"/>
                    <a:pt x="12342" y="2741"/>
                  </a:cubicBezTo>
                  <a:cubicBezTo>
                    <a:pt x="12240" y="2842"/>
                    <a:pt x="12058" y="2903"/>
                    <a:pt x="11774" y="2903"/>
                  </a:cubicBezTo>
                  <a:cubicBezTo>
                    <a:pt x="11469" y="2903"/>
                    <a:pt x="11266" y="2822"/>
                    <a:pt x="11205" y="2680"/>
                  </a:cubicBezTo>
                  <a:cubicBezTo>
                    <a:pt x="11185" y="2599"/>
                    <a:pt x="11165" y="2457"/>
                    <a:pt x="11165" y="2213"/>
                  </a:cubicBezTo>
                  <a:lnTo>
                    <a:pt x="111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cxnSp>
        <p:nvCxnSpPr>
          <p:cNvPr id="135" name="Google Shape;135;p9"/>
          <p:cNvCxnSpPr/>
          <p:nvPr/>
        </p:nvCxnSpPr>
        <p:spPr>
          <a:xfrm rot="10800000">
            <a:off x="2176000" y="6432867"/>
            <a:ext cx="790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4152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EE21A-3DB4-F9A2-C42C-FD882987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0710D0E8-5C02-9BB3-3022-6DF6273C1256}"/>
              </a:ext>
            </a:extLst>
          </p:cNvPr>
          <p:cNvSpPr/>
          <p:nvPr/>
        </p:nvSpPr>
        <p:spPr>
          <a:xfrm>
            <a:off x="4666178" y="3865108"/>
            <a:ext cx="7230854" cy="45719"/>
          </a:xfrm>
          <a:prstGeom prst="roundRect">
            <a:avLst>
              <a:gd name="adj" fmla="val 50000"/>
            </a:avLst>
          </a:prstGeom>
          <a:solidFill>
            <a:srgbClr val="FBB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D2F19-9EFC-69B4-C90B-BA6D53A58989}"/>
              </a:ext>
            </a:extLst>
          </p:cNvPr>
          <p:cNvSpPr txBox="1"/>
          <p:nvPr/>
        </p:nvSpPr>
        <p:spPr>
          <a:xfrm>
            <a:off x="7585613" y="245124"/>
            <a:ext cx="460486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 err="1">
                <a:solidFill>
                  <a:srgbClr val="FBBA26"/>
                </a:solidFill>
                <a:latin typeface="Plus Jakarta Sans"/>
              </a:rPr>
              <a:t>Análise</a:t>
            </a:r>
            <a:r>
              <a:rPr sz="2000" b="1" i="0" u="none" dirty="0">
                <a:solidFill>
                  <a:srgbClr val="FBBA26"/>
                </a:solidFill>
                <a:latin typeface="Plus Jakarta Sans"/>
              </a:rPr>
              <a:t> e </a:t>
            </a:r>
            <a:r>
              <a:rPr sz="2000" b="1" i="0" u="none" dirty="0" err="1">
                <a:solidFill>
                  <a:srgbClr val="FBBA26"/>
                </a:solidFill>
                <a:latin typeface="Plus Jakarta Sans"/>
              </a:rPr>
              <a:t>Desenvolvimento</a:t>
            </a:r>
            <a:r>
              <a:rPr sz="2000" b="1" i="0" u="none" dirty="0">
                <a:solidFill>
                  <a:srgbClr val="FBBA26"/>
                </a:solidFill>
                <a:latin typeface="Plus Jakarta Sans"/>
              </a:rPr>
              <a:t> de Sistemas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88813-A538-717E-DD79-B497420177D2}"/>
              </a:ext>
            </a:extLst>
          </p:cNvPr>
          <p:cNvSpPr txBox="1"/>
          <p:nvPr/>
        </p:nvSpPr>
        <p:spPr>
          <a:xfrm>
            <a:off x="4621161" y="2206328"/>
            <a:ext cx="548639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BBA26"/>
                </a:solidFill>
                <a:latin typeface="Plus Jakarta Sans"/>
              </a:rPr>
              <a:t>O UNIVERSO DO DESENVOLVEDOR DE SOFTWARE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936CFC-349B-5B7E-B850-EB4819F1A660}"/>
              </a:ext>
            </a:extLst>
          </p:cNvPr>
          <p:cNvSpPr txBox="1"/>
          <p:nvPr/>
        </p:nvSpPr>
        <p:spPr>
          <a:xfrm>
            <a:off x="4621161" y="2701230"/>
            <a:ext cx="7570839" cy="595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4800" b="1" i="0" u="none" dirty="0">
                <a:solidFill>
                  <a:srgbClr val="FFFFFF"/>
                </a:solidFill>
                <a:latin typeface="Space Grotesk"/>
              </a:rPr>
              <a:t>Criando o Futuro com Código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C20B5C-CDF5-2A74-D051-006D4AE6C1D1}"/>
              </a:ext>
            </a:extLst>
          </p:cNvPr>
          <p:cNvSpPr txBox="1"/>
          <p:nvPr/>
        </p:nvSpPr>
        <p:spPr>
          <a:xfrm>
            <a:off x="4689986" y="3500074"/>
            <a:ext cx="7433187" cy="308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2000" b="0" i="0" u="none" dirty="0" err="1">
                <a:solidFill>
                  <a:schemeClr val="bg1"/>
                </a:solidFill>
                <a:latin typeface="Plus Jakarta Sans"/>
              </a:rPr>
              <a:t>Conheça</a:t>
            </a:r>
            <a:r>
              <a:rPr sz="2000" b="0" i="0" u="none" dirty="0">
                <a:solidFill>
                  <a:schemeClr val="bg1"/>
                </a:solidFill>
                <a:latin typeface="Plus Jakarta Sans"/>
              </a:rPr>
              <a:t> o </a:t>
            </a:r>
            <a:r>
              <a:rPr sz="2000" b="0" i="0" u="none" dirty="0" err="1">
                <a:solidFill>
                  <a:schemeClr val="bg1"/>
                </a:solidFill>
                <a:latin typeface="Plus Jakarta Sans"/>
              </a:rPr>
              <a:t>Curso</a:t>
            </a:r>
            <a:r>
              <a:rPr sz="2000" b="0" i="0" u="none" dirty="0">
                <a:solidFill>
                  <a:schemeClr val="bg1"/>
                </a:solidFill>
                <a:latin typeface="Plus Jakarta Sans"/>
              </a:rPr>
              <a:t> de ADS da FAEX e viva a </a:t>
            </a:r>
            <a:r>
              <a:rPr sz="2000" b="0" i="0" u="none" dirty="0" err="1">
                <a:solidFill>
                  <a:schemeClr val="bg1"/>
                </a:solidFill>
                <a:latin typeface="Plus Jakarta Sans"/>
              </a:rPr>
              <a:t>tecnologia</a:t>
            </a:r>
            <a:r>
              <a:rPr sz="2000" b="0" i="0" u="none" dirty="0">
                <a:solidFill>
                  <a:schemeClr val="bg1"/>
                </a:solidFill>
                <a:latin typeface="Plus Jakarta Sans"/>
              </a:rPr>
              <a:t> na </a:t>
            </a:r>
            <a:r>
              <a:rPr sz="2000" b="0" i="0" u="none" dirty="0" err="1">
                <a:solidFill>
                  <a:schemeClr val="bg1"/>
                </a:solidFill>
                <a:latin typeface="Plus Jakarta Sans"/>
              </a:rPr>
              <a:t>prática</a:t>
            </a:r>
            <a:endParaRPr sz="2000" b="0" i="0" u="none" dirty="0">
              <a:solidFill>
                <a:schemeClr val="bg1"/>
              </a:solidFill>
              <a:latin typeface="Plus Jakarta Sans"/>
            </a:endParaRP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A6EE26EB-2183-BF47-02EC-68D6649F3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469" y="5972175"/>
            <a:ext cx="238125" cy="190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9D1439-3E4D-0C78-5878-B1E9FF41D192}"/>
              </a:ext>
            </a:extLst>
          </p:cNvPr>
          <p:cNvSpPr txBox="1"/>
          <p:nvPr/>
        </p:nvSpPr>
        <p:spPr>
          <a:xfrm>
            <a:off x="3365515" y="5943302"/>
            <a:ext cx="516773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FFFFFF"/>
                </a:solidFill>
                <a:latin typeface="Plus Jakarta Sans"/>
              </a:rPr>
              <a:t>Profª. Denise Ribeiro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22ED09-1E63-F716-CEB5-CD9B8B241C52}"/>
              </a:ext>
            </a:extLst>
          </p:cNvPr>
          <p:cNvSpPr txBox="1"/>
          <p:nvPr/>
        </p:nvSpPr>
        <p:spPr>
          <a:xfrm>
            <a:off x="3461435" y="6229149"/>
            <a:ext cx="48939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ADS FAEX | Eng. de Computação | </a:t>
            </a:r>
            <a:r>
              <a:rPr sz="1400" b="0" i="0" u="none" dirty="0" err="1">
                <a:solidFill>
                  <a:srgbClr val="94A3B8"/>
                </a:solidFill>
                <a:latin typeface="Plus Jakarta Sans"/>
              </a:rPr>
              <a:t>Mestranda</a:t>
            </a: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 em Ciência de Dados</a:t>
            </a:r>
          </a:p>
        </p:txBody>
      </p:sp>
    </p:spTree>
    <p:extLst>
      <p:ext uri="{BB962C8B-B14F-4D97-AF65-F5344CB8AC3E}">
        <p14:creationId xmlns:p14="http://schemas.microsoft.com/office/powerpoint/2010/main" val="83466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4B484D-0326-216D-52C6-7F4BB6D166AA}"/>
              </a:ext>
            </a:extLst>
          </p:cNvPr>
          <p:cNvSpPr txBox="1"/>
          <p:nvPr/>
        </p:nvSpPr>
        <p:spPr>
          <a:xfrm>
            <a:off x="609600" y="419100"/>
            <a:ext cx="171091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D97706"/>
                </a:solidFill>
                <a:latin typeface="Plus Jakarta Sans"/>
              </a:rPr>
              <a:t>MINHA TRAJETÓRIA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D8A2B-6D04-D903-3B03-732EDFF74CF5}"/>
              </a:ext>
            </a:extLst>
          </p:cNvPr>
          <p:cNvSpPr txBox="1"/>
          <p:nvPr/>
        </p:nvSpPr>
        <p:spPr>
          <a:xfrm>
            <a:off x="609600" y="714375"/>
            <a:ext cx="8980022" cy="4296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Da </a:t>
            </a:r>
            <a:r>
              <a:rPr sz="3600" b="1" i="0" u="none" dirty="0" err="1">
                <a:solidFill>
                  <a:srgbClr val="0F172A"/>
                </a:solidFill>
                <a:latin typeface="Space Grotesk"/>
              </a:rPr>
              <a:t>mesma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600" b="1" i="0" u="none" dirty="0" err="1">
                <a:solidFill>
                  <a:srgbClr val="0F172A"/>
                </a:solidFill>
                <a:latin typeface="Space Grotesk"/>
              </a:rPr>
              <a:t>cadeira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600" b="1" i="0" u="none" dirty="0" err="1">
                <a:solidFill>
                  <a:srgbClr val="0F172A"/>
                </a:solidFill>
                <a:latin typeface="Space Grotesk"/>
              </a:rPr>
              <a:t>onde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600" b="1" i="0" u="none" dirty="0" err="1">
                <a:solidFill>
                  <a:srgbClr val="0F172A"/>
                </a:solidFill>
                <a:latin typeface="Space Grotesk"/>
              </a:rPr>
              <a:t>vocês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600" b="1" i="0" u="none" dirty="0" err="1">
                <a:solidFill>
                  <a:srgbClr val="0F172A"/>
                </a:solidFill>
                <a:latin typeface="Space Grotesk"/>
              </a:rPr>
              <a:t>estão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600" b="1" i="0" u="none" dirty="0" err="1">
                <a:solidFill>
                  <a:srgbClr val="0F172A"/>
                </a:solidFill>
                <a:latin typeface="Space Grotesk"/>
              </a:rPr>
              <a:t>até</a:t>
            </a: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 o </a:t>
            </a:r>
            <a:r>
              <a:rPr lang="pt-BR" sz="3600" b="1" i="0" u="none" dirty="0">
                <a:solidFill>
                  <a:srgbClr val="0F172A"/>
                </a:solidFill>
                <a:latin typeface="Space Grotesk"/>
              </a:rPr>
              <a:t>hoje</a:t>
            </a:r>
            <a:endParaRPr sz="36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55C02-E168-949B-26E8-BEF78D4B7D23}"/>
              </a:ext>
            </a:extLst>
          </p:cNvPr>
          <p:cNvSpPr txBox="1"/>
          <p:nvPr/>
        </p:nvSpPr>
        <p:spPr>
          <a:xfrm>
            <a:off x="609600" y="1201935"/>
            <a:ext cx="8555227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475569"/>
                </a:solidFill>
                <a:latin typeface="Plus Jakarta Sans"/>
              </a:rPr>
              <a:t>Como a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formação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prática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na FAEX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abriu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portas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para uma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carreira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acadêmica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e de mercado.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785AE-C25E-CBE4-E0A2-A0D53395E34F}"/>
              </a:ext>
            </a:extLst>
          </p:cNvPr>
          <p:cNvSpPr txBox="1"/>
          <p:nvPr/>
        </p:nvSpPr>
        <p:spPr>
          <a:xfrm>
            <a:off x="9081324" y="3829942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Mestrado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Professora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94D358-6198-FD36-9907-9A5A28D0119E}"/>
              </a:ext>
            </a:extLst>
          </p:cNvPr>
          <p:cNvGrpSpPr/>
          <p:nvPr/>
        </p:nvGrpSpPr>
        <p:grpSpPr>
          <a:xfrm>
            <a:off x="206478" y="2526890"/>
            <a:ext cx="11190332" cy="2569877"/>
            <a:chOff x="609600" y="3001267"/>
            <a:chExt cx="10795824" cy="2095500"/>
          </a:xfrm>
        </p:grpSpPr>
        <p:sp>
          <p:nvSpPr>
            <p:cNvPr id="9" name="Rounded Rectangle 1">
              <a:extLst>
                <a:ext uri="{FF2B5EF4-FFF2-40B4-BE49-F238E27FC236}">
                  <a16:creationId xmlns:a16="http://schemas.microsoft.com/office/drawing/2014/main" id="{8E27C53F-C6AF-D498-DF97-7CCC77C6749D}"/>
                </a:ext>
              </a:extLst>
            </p:cNvPr>
            <p:cNvSpPr/>
            <p:nvPr/>
          </p:nvSpPr>
          <p:spPr>
            <a:xfrm>
              <a:off x="609600" y="3125092"/>
              <a:ext cx="2600325" cy="1876425"/>
            </a:xfrm>
            <a:prstGeom prst="roundRect">
              <a:avLst>
                <a:gd name="adj" fmla="val 8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" name="Rounded Rectangle 2">
              <a:extLst>
                <a:ext uri="{FF2B5EF4-FFF2-40B4-BE49-F238E27FC236}">
                  <a16:creationId xmlns:a16="http://schemas.microsoft.com/office/drawing/2014/main" id="{D4FF77B5-C4E5-B1D1-2B99-6130E88354BD}"/>
                </a:ext>
              </a:extLst>
            </p:cNvPr>
            <p:cNvSpPr/>
            <p:nvPr/>
          </p:nvSpPr>
          <p:spPr>
            <a:xfrm>
              <a:off x="3400425" y="3125092"/>
              <a:ext cx="2600325" cy="1876425"/>
            </a:xfrm>
            <a:prstGeom prst="roundRect">
              <a:avLst>
                <a:gd name="adj" fmla="val 8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683CCA8B-E078-F40A-1DCB-A952D7FA1E50}"/>
                </a:ext>
              </a:extLst>
            </p:cNvPr>
            <p:cNvSpPr/>
            <p:nvPr/>
          </p:nvSpPr>
          <p:spPr>
            <a:xfrm>
              <a:off x="6139290" y="3001267"/>
              <a:ext cx="2600325" cy="2095500"/>
            </a:xfrm>
            <a:prstGeom prst="roundRect">
              <a:avLst>
                <a:gd name="adj" fmla="val 7272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777367A4-8A6A-8891-B892-8720D525D9EB}"/>
                </a:ext>
              </a:extLst>
            </p:cNvPr>
            <p:cNvSpPr/>
            <p:nvPr/>
          </p:nvSpPr>
          <p:spPr>
            <a:xfrm>
              <a:off x="8805099" y="3125092"/>
              <a:ext cx="2600325" cy="1876425"/>
            </a:xfrm>
            <a:prstGeom prst="roundRect">
              <a:avLst>
                <a:gd name="adj" fmla="val 8121"/>
              </a:avLst>
            </a:prstGeom>
            <a:solidFill>
              <a:srgbClr val="F0F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B7699A-B475-605A-3739-15296FB8DCEA}"/>
                </a:ext>
              </a:extLst>
            </p:cNvPr>
            <p:cNvSpPr/>
            <p:nvPr/>
          </p:nvSpPr>
          <p:spPr>
            <a:xfrm>
              <a:off x="609600" y="4991992"/>
              <a:ext cx="2600325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746387-FF10-9900-E5ED-1D1E1AA3D356}"/>
                </a:ext>
              </a:extLst>
            </p:cNvPr>
            <p:cNvSpPr/>
            <p:nvPr/>
          </p:nvSpPr>
          <p:spPr>
            <a:xfrm>
              <a:off x="609600" y="3125092"/>
              <a:ext cx="2600325" cy="38100"/>
            </a:xfrm>
            <a:prstGeom prst="rect">
              <a:avLst/>
            </a:prstGeom>
            <a:solidFill>
              <a:srgbClr val="003B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F97C821-E44E-35CD-7802-20F41890D0B6}"/>
                </a:ext>
              </a:extLst>
            </p:cNvPr>
            <p:cNvSpPr/>
            <p:nvPr/>
          </p:nvSpPr>
          <p:spPr>
            <a:xfrm>
              <a:off x="609600" y="3125092"/>
              <a:ext cx="9525" cy="18764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D6BBB5-C7CC-BBB9-26AE-6B9F148CA998}"/>
                </a:ext>
              </a:extLst>
            </p:cNvPr>
            <p:cNvSpPr/>
            <p:nvPr/>
          </p:nvSpPr>
          <p:spPr>
            <a:xfrm>
              <a:off x="3200400" y="3125092"/>
              <a:ext cx="9525" cy="18764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202D11A-0190-441A-1464-158B988F516A}"/>
                </a:ext>
              </a:extLst>
            </p:cNvPr>
            <p:cNvSpPr/>
            <p:nvPr/>
          </p:nvSpPr>
          <p:spPr>
            <a:xfrm>
              <a:off x="3400425" y="4991992"/>
              <a:ext cx="2600325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D80FDB-B0DF-90C7-6F82-43E00AA32455}"/>
                </a:ext>
              </a:extLst>
            </p:cNvPr>
            <p:cNvSpPr/>
            <p:nvPr/>
          </p:nvSpPr>
          <p:spPr>
            <a:xfrm>
              <a:off x="3400425" y="3125092"/>
              <a:ext cx="2600325" cy="381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AFCBEA1-2245-E1AB-0729-D242031C08A4}"/>
                </a:ext>
              </a:extLst>
            </p:cNvPr>
            <p:cNvSpPr/>
            <p:nvPr/>
          </p:nvSpPr>
          <p:spPr>
            <a:xfrm>
              <a:off x="3400425" y="3125092"/>
              <a:ext cx="9525" cy="18764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B311963-5E26-EBF2-9190-896090E87391}"/>
                </a:ext>
              </a:extLst>
            </p:cNvPr>
            <p:cNvSpPr/>
            <p:nvPr/>
          </p:nvSpPr>
          <p:spPr>
            <a:xfrm>
              <a:off x="5991225" y="3125092"/>
              <a:ext cx="9525" cy="18764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4C49C04-CD69-B669-6702-207AB88D66A1}"/>
                </a:ext>
              </a:extLst>
            </p:cNvPr>
            <p:cNvSpPr/>
            <p:nvPr/>
          </p:nvSpPr>
          <p:spPr>
            <a:xfrm>
              <a:off x="8805099" y="4991992"/>
              <a:ext cx="2600325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AD7394-0617-DAF1-27FA-84AB5A106B49}"/>
                </a:ext>
              </a:extLst>
            </p:cNvPr>
            <p:cNvSpPr/>
            <p:nvPr/>
          </p:nvSpPr>
          <p:spPr>
            <a:xfrm>
              <a:off x="8805099" y="3125092"/>
              <a:ext cx="2600325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6147888-F2AA-5E8D-503A-4BC362F607BE}"/>
                </a:ext>
              </a:extLst>
            </p:cNvPr>
            <p:cNvSpPr/>
            <p:nvPr/>
          </p:nvSpPr>
          <p:spPr>
            <a:xfrm>
              <a:off x="8805099" y="3125092"/>
              <a:ext cx="9525" cy="18764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EFB0179-B841-D1D0-B65A-C4CB030F913A}"/>
                </a:ext>
              </a:extLst>
            </p:cNvPr>
            <p:cNvSpPr/>
            <p:nvPr/>
          </p:nvSpPr>
          <p:spPr>
            <a:xfrm>
              <a:off x="11395899" y="3125092"/>
              <a:ext cx="9525" cy="18764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FB2ECA-4413-3653-8416-5A2D9E44A2E4}"/>
                </a:ext>
              </a:extLst>
            </p:cNvPr>
            <p:cNvSpPr txBox="1"/>
            <p:nvPr/>
          </p:nvSpPr>
          <p:spPr>
            <a:xfrm>
              <a:off x="885825" y="3429892"/>
              <a:ext cx="705199" cy="3513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800" b="1" i="0" u="none">
                  <a:solidFill>
                    <a:srgbClr val="003B70"/>
                  </a:solidFill>
                  <a:latin typeface="Space Grotesk"/>
                </a:rPr>
                <a:t>2017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4F30C7-9D44-D97C-79BB-52B8F091CB77}"/>
                </a:ext>
              </a:extLst>
            </p:cNvPr>
            <p:cNvSpPr txBox="1"/>
            <p:nvPr/>
          </p:nvSpPr>
          <p:spPr>
            <a:xfrm>
              <a:off x="885825" y="3829942"/>
              <a:ext cx="1741348" cy="20077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1" i="0" u="none">
                  <a:solidFill>
                    <a:srgbClr val="0F172A"/>
                  </a:solidFill>
                  <a:latin typeface="Plus Jakarta Sans"/>
                </a:rPr>
                <a:t>Graduação ADS FAEX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BE3CF03-CBA6-03D1-2AB4-B2E6AB49E268}"/>
                </a:ext>
              </a:extLst>
            </p:cNvPr>
            <p:cNvSpPr txBox="1"/>
            <p:nvPr/>
          </p:nvSpPr>
          <p:spPr>
            <a:xfrm>
              <a:off x="885825" y="4205387"/>
              <a:ext cx="2143125" cy="50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O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ponto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de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partida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! Base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prática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em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programação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e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raciocínio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lógico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8FE830-9E4B-F16A-C409-FCB06F031397}"/>
                </a:ext>
              </a:extLst>
            </p:cNvPr>
            <p:cNvSpPr txBox="1"/>
            <p:nvPr/>
          </p:nvSpPr>
          <p:spPr>
            <a:xfrm>
              <a:off x="3676650" y="3429892"/>
              <a:ext cx="705199" cy="3513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800" b="1" i="0" u="none" dirty="0">
                  <a:solidFill>
                    <a:srgbClr val="D97706"/>
                  </a:solidFill>
                  <a:latin typeface="Space Grotesk"/>
                </a:rPr>
                <a:t>2022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7B611C-05F3-1776-2836-855032AC6342}"/>
                </a:ext>
              </a:extLst>
            </p:cNvPr>
            <p:cNvSpPr txBox="1"/>
            <p:nvPr/>
          </p:nvSpPr>
          <p:spPr>
            <a:xfrm>
              <a:off x="3676650" y="3829942"/>
              <a:ext cx="1679488" cy="20077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1" i="0" u="none">
                  <a:solidFill>
                    <a:srgbClr val="0F172A"/>
                  </a:solidFill>
                  <a:latin typeface="Plus Jakarta Sans"/>
                </a:rPr>
                <a:t>Eng. da Computação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3049DD1-7E1A-EAC1-1B10-050402CAE3EA}"/>
                </a:ext>
              </a:extLst>
            </p:cNvPr>
            <p:cNvSpPr txBox="1"/>
            <p:nvPr/>
          </p:nvSpPr>
          <p:spPr>
            <a:xfrm>
              <a:off x="3676650" y="4213404"/>
              <a:ext cx="2143125" cy="50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Expansão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para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arquitetura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de hardware, redes e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sistemas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complexos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0D37E81-B132-29AD-2D49-19105394B4C3}"/>
                </a:ext>
              </a:extLst>
            </p:cNvPr>
            <p:cNvSpPr/>
            <p:nvPr/>
          </p:nvSpPr>
          <p:spPr>
            <a:xfrm>
              <a:off x="6191251" y="4992988"/>
              <a:ext cx="2408193" cy="8529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F2BDA72-40EA-2CD0-8CBC-3AC7EFEAFF99}"/>
                </a:ext>
              </a:extLst>
            </p:cNvPr>
            <p:cNvSpPr/>
            <p:nvPr/>
          </p:nvSpPr>
          <p:spPr>
            <a:xfrm>
              <a:off x="6191251" y="3125092"/>
              <a:ext cx="2408193" cy="34117"/>
            </a:xfrm>
            <a:prstGeom prst="rect">
              <a:avLst/>
            </a:prstGeom>
            <a:solidFill>
              <a:srgbClr val="003B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1034A6-72D4-25E4-F18A-D03670DF6896}"/>
                </a:ext>
              </a:extLst>
            </p:cNvPr>
            <p:cNvSpPr/>
            <p:nvPr/>
          </p:nvSpPr>
          <p:spPr>
            <a:xfrm>
              <a:off x="6191251" y="3125092"/>
              <a:ext cx="8821" cy="18764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349A2DB-96BD-BF16-3165-BE1823A90F08}"/>
                </a:ext>
              </a:extLst>
            </p:cNvPr>
            <p:cNvSpPr/>
            <p:nvPr/>
          </p:nvSpPr>
          <p:spPr>
            <a:xfrm>
              <a:off x="8590623" y="3125092"/>
              <a:ext cx="8821" cy="18764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876D9C-B6B5-CB05-EC34-7528A1FDBB7C}"/>
                </a:ext>
              </a:extLst>
            </p:cNvPr>
            <p:cNvSpPr txBox="1"/>
            <p:nvPr/>
          </p:nvSpPr>
          <p:spPr>
            <a:xfrm>
              <a:off x="6447066" y="3398027"/>
              <a:ext cx="705199" cy="3513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800" b="1" i="0" u="none" dirty="0">
                  <a:solidFill>
                    <a:srgbClr val="003B70"/>
                  </a:solidFill>
                  <a:latin typeface="Space Grotesk"/>
                </a:rPr>
                <a:t>2025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2D3FEA4-9AD6-D704-CCDA-C8D55A5DAD0B}"/>
                </a:ext>
              </a:extLst>
            </p:cNvPr>
            <p:cNvSpPr txBox="1"/>
            <p:nvPr/>
          </p:nvSpPr>
          <p:spPr>
            <a:xfrm>
              <a:off x="6447066" y="3756253"/>
              <a:ext cx="2084013" cy="40154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1" i="0" u="none" dirty="0">
                  <a:solidFill>
                    <a:srgbClr val="0F172A"/>
                  </a:solidFill>
                  <a:latin typeface="Plus Jakarta Sans"/>
                </a:rPr>
                <a:t>Alta Plataforma Mainframe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BDF8F7D-EC40-6D00-0FF2-C7290050454C}"/>
                </a:ext>
              </a:extLst>
            </p:cNvPr>
            <p:cNvSpPr txBox="1"/>
            <p:nvPr/>
          </p:nvSpPr>
          <p:spPr>
            <a:xfrm>
              <a:off x="6447066" y="4216830"/>
              <a:ext cx="1984775" cy="50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Pós-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graduação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focada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em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sistemas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corporativos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de grande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escala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D317B7-BFA4-90FB-DC65-DE0D3FCD4E40}"/>
                </a:ext>
              </a:extLst>
            </p:cNvPr>
            <p:cNvSpPr txBox="1"/>
            <p:nvPr/>
          </p:nvSpPr>
          <p:spPr>
            <a:xfrm>
              <a:off x="9081324" y="3429892"/>
              <a:ext cx="1692355" cy="3513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800" b="1" i="0" u="none">
                  <a:solidFill>
                    <a:srgbClr val="0F172A"/>
                  </a:solidFill>
                  <a:latin typeface="Space Grotesk"/>
                </a:rPr>
                <a:t>Atualmente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5806B5-D76E-6768-E084-299F196D81D3}"/>
                </a:ext>
              </a:extLst>
            </p:cNvPr>
            <p:cNvSpPr txBox="1"/>
            <p:nvPr/>
          </p:nvSpPr>
          <p:spPr>
            <a:xfrm>
              <a:off x="9081324" y="4125217"/>
              <a:ext cx="2143125" cy="50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Mestranda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em Ciência de Dados em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Saúde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 &amp; </a:t>
              </a:r>
              <a:r>
                <a:rPr sz="1400" b="0" i="0" u="none" dirty="0" err="1">
                  <a:solidFill>
                    <a:srgbClr val="334155"/>
                  </a:solidFill>
                  <a:latin typeface="Plus Jakarta Sans"/>
                </a:rPr>
                <a:t>Professora</a:t>
              </a:r>
              <a:r>
                <a:rPr sz="1400" b="0" i="0" u="none" dirty="0">
                  <a:solidFill>
                    <a:srgbClr val="334155"/>
                  </a:solidFill>
                  <a:latin typeface="Plus Jakarta Sans"/>
                </a:rPr>
                <a:t> de ADS na FAEX.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454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C1351E4B-E65C-5780-A548-11EDE28399A3}"/>
              </a:ext>
            </a:extLst>
          </p:cNvPr>
          <p:cNvSpPr txBox="1"/>
          <p:nvPr/>
        </p:nvSpPr>
        <p:spPr>
          <a:xfrm>
            <a:off x="609600" y="419100"/>
            <a:ext cx="19380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D97706"/>
                </a:solidFill>
                <a:latin typeface="Plus Jakarta Sans"/>
              </a:rPr>
              <a:t>APLICAÇÕES PRÁTICAS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02919C-197B-DBAC-E2E0-2D55BCB702ED}"/>
              </a:ext>
            </a:extLst>
          </p:cNvPr>
          <p:cNvSpPr txBox="1"/>
          <p:nvPr/>
        </p:nvSpPr>
        <p:spPr>
          <a:xfrm>
            <a:off x="609600" y="714375"/>
            <a:ext cx="8674811" cy="416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3200" b="1" i="0" u="none" dirty="0">
                <a:solidFill>
                  <a:srgbClr val="0F172A"/>
                </a:solidFill>
                <a:latin typeface="Space Grotesk"/>
              </a:rPr>
              <a:t>O Poder de </a:t>
            </a:r>
            <a:r>
              <a:rPr sz="3200" b="1" i="0" u="none" dirty="0" err="1">
                <a:solidFill>
                  <a:srgbClr val="0F172A"/>
                </a:solidFill>
                <a:latin typeface="Space Grotesk"/>
              </a:rPr>
              <a:t>Transformar</a:t>
            </a:r>
            <a:r>
              <a:rPr sz="32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200" b="1" i="0" u="none" dirty="0" err="1">
                <a:solidFill>
                  <a:srgbClr val="0F172A"/>
                </a:solidFill>
                <a:latin typeface="Space Grotesk"/>
              </a:rPr>
              <a:t>Ideias</a:t>
            </a:r>
            <a:r>
              <a:rPr sz="3200" b="1" i="0" u="none" dirty="0">
                <a:solidFill>
                  <a:srgbClr val="0F172A"/>
                </a:solidFill>
                <a:latin typeface="Space Grotesk"/>
              </a:rPr>
              <a:t> em </a:t>
            </a:r>
            <a:r>
              <a:rPr sz="3200" b="1" i="0" u="none" dirty="0" err="1">
                <a:solidFill>
                  <a:srgbClr val="0F172A"/>
                </a:solidFill>
                <a:latin typeface="Space Grotesk"/>
              </a:rPr>
              <a:t>Aplicações</a:t>
            </a:r>
            <a:r>
              <a:rPr sz="3200" b="1" i="0" u="none" dirty="0">
                <a:solidFill>
                  <a:srgbClr val="0F172A"/>
                </a:solidFill>
                <a:latin typeface="Space Grotesk"/>
              </a:rPr>
              <a:t> Reais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DDDEB5-B7AC-B0F0-AB93-56A702866A84}"/>
              </a:ext>
            </a:extLst>
          </p:cNvPr>
          <p:cNvSpPr txBox="1"/>
          <p:nvPr/>
        </p:nvSpPr>
        <p:spPr>
          <a:xfrm>
            <a:off x="609600" y="1201935"/>
            <a:ext cx="8425255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Desenvolver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sistemas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é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criar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lógica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que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move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os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negócios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e o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entretenimento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do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futuro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9541BF-B715-BDE2-4900-5FBAF2E35FC5}"/>
              </a:ext>
            </a:extLst>
          </p:cNvPr>
          <p:cNvSpPr txBox="1"/>
          <p:nvPr/>
        </p:nvSpPr>
        <p:spPr>
          <a:xfrm>
            <a:off x="9258300" y="3860601"/>
            <a:ext cx="268783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Saúde &amp; Ciência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2D69CE-7683-CFF9-7FF6-CBE475C1AF20}"/>
              </a:ext>
            </a:extLst>
          </p:cNvPr>
          <p:cNvGrpSpPr/>
          <p:nvPr/>
        </p:nvGrpSpPr>
        <p:grpSpPr>
          <a:xfrm>
            <a:off x="609600" y="2369175"/>
            <a:ext cx="10972800" cy="2680340"/>
            <a:chOff x="609600" y="2955726"/>
            <a:chExt cx="10972800" cy="2215157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898444FB-FA70-888D-D937-89900C1F6B05}"/>
                </a:ext>
              </a:extLst>
            </p:cNvPr>
            <p:cNvSpPr/>
            <p:nvPr/>
          </p:nvSpPr>
          <p:spPr>
            <a:xfrm>
              <a:off x="609600" y="2955726"/>
              <a:ext cx="2600325" cy="2215157"/>
            </a:xfrm>
            <a:prstGeom prst="roundRect">
              <a:avLst>
                <a:gd name="adj" fmla="val 621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" name="Rounded Rectangle 2">
              <a:extLst>
                <a:ext uri="{FF2B5EF4-FFF2-40B4-BE49-F238E27FC236}">
                  <a16:creationId xmlns:a16="http://schemas.microsoft.com/office/drawing/2014/main" id="{F6B34BB6-37C9-841D-AD89-12A436B592F1}"/>
                </a:ext>
              </a:extLst>
            </p:cNvPr>
            <p:cNvSpPr/>
            <p:nvPr/>
          </p:nvSpPr>
          <p:spPr>
            <a:xfrm>
              <a:off x="3400425" y="2955726"/>
              <a:ext cx="2600325" cy="2215157"/>
            </a:xfrm>
            <a:prstGeom prst="roundRect">
              <a:avLst>
                <a:gd name="adj" fmla="val 687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B08B67B5-8B39-15D9-1486-4621B675E769}"/>
                </a:ext>
              </a:extLst>
            </p:cNvPr>
            <p:cNvSpPr/>
            <p:nvPr/>
          </p:nvSpPr>
          <p:spPr>
            <a:xfrm>
              <a:off x="6191250" y="2955726"/>
              <a:ext cx="2600325" cy="2215157"/>
            </a:xfrm>
            <a:prstGeom prst="roundRect">
              <a:avLst>
                <a:gd name="adj" fmla="val 687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EF2C9A19-DAC7-5634-8F65-54A47013643D}"/>
                </a:ext>
              </a:extLst>
            </p:cNvPr>
            <p:cNvSpPr/>
            <p:nvPr/>
          </p:nvSpPr>
          <p:spPr>
            <a:xfrm>
              <a:off x="8982075" y="2955726"/>
              <a:ext cx="2600325" cy="2215157"/>
            </a:xfrm>
            <a:prstGeom prst="roundRect">
              <a:avLst>
                <a:gd name="adj" fmla="val 687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6F987458-CEBB-8445-5542-F8CCB7266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" y="3112889"/>
              <a:ext cx="457200" cy="457200"/>
            </a:xfrm>
            <a:prstGeom prst="rect">
              <a:avLst/>
            </a:prstGeom>
          </p:spPr>
        </p:pic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580B53E2-2BB5-2C55-E064-B1D61E0F0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6650" y="3231951"/>
              <a:ext cx="457200" cy="457200"/>
            </a:xfrm>
            <a:prstGeom prst="rect">
              <a:avLst/>
            </a:prstGeom>
          </p:spPr>
        </p:pic>
        <p:pic>
          <p:nvPicPr>
            <p:cNvPr id="16" name="Picture 15" descr="image.png">
              <a:extLst>
                <a:ext uri="{FF2B5EF4-FFF2-40B4-BE49-F238E27FC236}">
                  <a16:creationId xmlns:a16="http://schemas.microsoft.com/office/drawing/2014/main" id="{1917FA10-973C-CFDF-3DF2-D3DFFEC5D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7475" y="3231951"/>
              <a:ext cx="457200" cy="457200"/>
            </a:xfrm>
            <a:prstGeom prst="rect">
              <a:avLst/>
            </a:prstGeom>
          </p:spPr>
        </p:pic>
        <p:pic>
          <p:nvPicPr>
            <p:cNvPr id="18" name="Picture 17" descr="image.png">
              <a:extLst>
                <a:ext uri="{FF2B5EF4-FFF2-40B4-BE49-F238E27FC236}">
                  <a16:creationId xmlns:a16="http://schemas.microsoft.com/office/drawing/2014/main" id="{CCBAA142-6EC1-EAB4-5997-BE54DC594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58300" y="3231951"/>
              <a:ext cx="457200" cy="457200"/>
            </a:xfrm>
            <a:prstGeom prst="rect">
              <a:avLst/>
            </a:prstGeom>
          </p:spPr>
        </p:pic>
        <p:pic>
          <p:nvPicPr>
            <p:cNvPr id="20" name="Picture 19" descr="image.png">
              <a:extLst>
                <a:ext uri="{FF2B5EF4-FFF2-40B4-BE49-F238E27FC236}">
                  <a16:creationId xmlns:a16="http://schemas.microsoft.com/office/drawing/2014/main" id="{8F34605C-5A9F-C2BB-3A17-9AD967A0C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1075" y="3236714"/>
              <a:ext cx="266700" cy="209550"/>
            </a:xfrm>
            <a:prstGeom prst="rect">
              <a:avLst/>
            </a:prstGeom>
          </p:spPr>
        </p:pic>
        <p:pic>
          <p:nvPicPr>
            <p:cNvPr id="22" name="Picture 21" descr="image.png">
              <a:extLst>
                <a:ext uri="{FF2B5EF4-FFF2-40B4-BE49-F238E27FC236}">
                  <a16:creationId xmlns:a16="http://schemas.microsoft.com/office/drawing/2014/main" id="{4A37792D-50C7-19EA-7DD0-9B2C3612C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71900" y="3355776"/>
              <a:ext cx="266700" cy="209550"/>
            </a:xfrm>
            <a:prstGeom prst="rect">
              <a:avLst/>
            </a:prstGeom>
          </p:spPr>
        </p:pic>
        <p:pic>
          <p:nvPicPr>
            <p:cNvPr id="24" name="Picture 23" descr="image.png">
              <a:extLst>
                <a:ext uri="{FF2B5EF4-FFF2-40B4-BE49-F238E27FC236}">
                  <a16:creationId xmlns:a16="http://schemas.microsoft.com/office/drawing/2014/main" id="{B9772F7B-C144-B3BA-ED33-891EB055A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15112" y="3355776"/>
              <a:ext cx="161925" cy="209550"/>
            </a:xfrm>
            <a:prstGeom prst="rect">
              <a:avLst/>
            </a:prstGeom>
          </p:spPr>
        </p:pic>
        <p:pic>
          <p:nvPicPr>
            <p:cNvPr id="26" name="Picture 25" descr="image.png">
              <a:extLst>
                <a:ext uri="{FF2B5EF4-FFF2-40B4-BE49-F238E27FC236}">
                  <a16:creationId xmlns:a16="http://schemas.microsoft.com/office/drawing/2014/main" id="{E81AA9A2-BE5A-F002-89FD-165FABF30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82125" y="3355776"/>
              <a:ext cx="209550" cy="2095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EABEC5-882E-F0B6-7F29-516716A07F1C}"/>
                </a:ext>
              </a:extLst>
            </p:cNvPr>
            <p:cNvSpPr txBox="1"/>
            <p:nvPr/>
          </p:nvSpPr>
          <p:spPr>
            <a:xfrm>
              <a:off x="885825" y="3741539"/>
              <a:ext cx="2250281" cy="553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 i="0" u="none">
                  <a:solidFill>
                    <a:srgbClr val="0F172A"/>
                  </a:solidFill>
                  <a:latin typeface="Plus Jakarta Sans"/>
                </a:rPr>
                <a:t>Games &amp; Entretenimento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7ED1C5-C3BB-8BA1-A23D-A8C86BB53285}"/>
                </a:ext>
              </a:extLst>
            </p:cNvPr>
            <p:cNvSpPr txBox="1"/>
            <p:nvPr/>
          </p:nvSpPr>
          <p:spPr>
            <a:xfrm>
              <a:off x="885825" y="4293989"/>
              <a:ext cx="2143125" cy="7309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sz="1600" b="0" i="0" u="none">
                  <a:solidFill>
                    <a:srgbClr val="334155"/>
                  </a:solidFill>
                  <a:latin typeface="Plus Jakarta Sans"/>
                </a:rPr>
                <a:t>Motores de jogos, simulação de física e gráficos interativos.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FD80D3C-ADCC-EED4-DB8D-42CDD80AC028}"/>
                </a:ext>
              </a:extLst>
            </p:cNvPr>
            <p:cNvSpPr txBox="1"/>
            <p:nvPr/>
          </p:nvSpPr>
          <p:spPr>
            <a:xfrm>
              <a:off x="3676650" y="3860601"/>
              <a:ext cx="1961050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u="none">
                  <a:solidFill>
                    <a:srgbClr val="0F172A"/>
                  </a:solidFill>
                  <a:latin typeface="Plus Jakarta Sans"/>
                </a:rPr>
                <a:t>Inteligência Artificial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813CA5-BB79-62E5-B464-51C9D5897253}"/>
                </a:ext>
              </a:extLst>
            </p:cNvPr>
            <p:cNvSpPr txBox="1"/>
            <p:nvPr/>
          </p:nvSpPr>
          <p:spPr>
            <a:xfrm>
              <a:off x="3676650" y="4174926"/>
              <a:ext cx="2143125" cy="7309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sz="1600" b="0" i="0" u="none">
                  <a:solidFill>
                    <a:srgbClr val="334155"/>
                  </a:solidFill>
                  <a:latin typeface="Plus Jakarta Sans"/>
                </a:rPr>
                <a:t>Algoritmos de busca, recomendação e modelos preditivos.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6035C7B-6357-9315-F058-8BE8DCA6B566}"/>
                </a:ext>
              </a:extLst>
            </p:cNvPr>
            <p:cNvSpPr txBox="1"/>
            <p:nvPr/>
          </p:nvSpPr>
          <p:spPr>
            <a:xfrm>
              <a:off x="6467475" y="3860601"/>
              <a:ext cx="1184876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Apps &amp; Web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4E0455-B2BB-D843-41D2-03C6FE18D62F}"/>
                </a:ext>
              </a:extLst>
            </p:cNvPr>
            <p:cNvSpPr txBox="1"/>
            <p:nvPr/>
          </p:nvSpPr>
          <p:spPr>
            <a:xfrm>
              <a:off x="6467475" y="4174926"/>
              <a:ext cx="2143125" cy="7309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sz="1600" b="0" i="0" u="none">
                  <a:solidFill>
                    <a:srgbClr val="334155"/>
                  </a:solidFill>
                  <a:latin typeface="Plus Jakarta Sans"/>
                </a:rPr>
                <a:t>Do Uber e iFood até plataformas bancárias e e-commerce.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17ED3E4-D05F-1916-70E5-2B2EE849452F}"/>
                </a:ext>
              </a:extLst>
            </p:cNvPr>
            <p:cNvSpPr txBox="1"/>
            <p:nvPr/>
          </p:nvSpPr>
          <p:spPr>
            <a:xfrm>
              <a:off x="9258300" y="4174926"/>
              <a:ext cx="2143125" cy="6041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sz="1600" b="0" i="0" u="none" dirty="0" err="1">
                  <a:solidFill>
                    <a:srgbClr val="334155"/>
                  </a:solidFill>
                  <a:latin typeface="Plus Jakarta Sans"/>
                </a:rPr>
                <a:t>Análise</a:t>
              </a:r>
              <a:r>
                <a:rPr sz="1600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Plus Jakarta Sans"/>
                </a:rPr>
                <a:t>avançada</a:t>
              </a:r>
              <a:r>
                <a:rPr sz="1600" b="0" i="0" u="none" dirty="0">
                  <a:solidFill>
                    <a:srgbClr val="334155"/>
                  </a:solidFill>
                  <a:latin typeface="Plus Jakarta Sans"/>
                </a:rPr>
                <a:t> de dados para </a:t>
              </a:r>
              <a:r>
                <a:rPr sz="1600" b="0" i="0" u="none" dirty="0" err="1">
                  <a:solidFill>
                    <a:srgbClr val="334155"/>
                  </a:solidFill>
                  <a:latin typeface="Plus Jakarta Sans"/>
                </a:rPr>
                <a:t>salvar</a:t>
              </a:r>
              <a:r>
                <a:rPr lang="pt-BR" sz="1600" dirty="0">
                  <a:solidFill>
                    <a:srgbClr val="334155"/>
                  </a:solidFill>
                  <a:latin typeface="Plus Jakarta Sans"/>
                </a:rPr>
                <a:t> vidas ou melhorar processos.</a:t>
              </a:r>
              <a:endParaRPr sz="1600" b="0" i="0" u="none" dirty="0">
                <a:solidFill>
                  <a:srgbClr val="334155"/>
                </a:solidFill>
                <a:latin typeface="Plus Jakarta San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45E9A19-1A1D-D1C8-72BA-8EBBF057E49C}"/>
              </a:ext>
            </a:extLst>
          </p:cNvPr>
          <p:cNvSpPr txBox="1"/>
          <p:nvPr/>
        </p:nvSpPr>
        <p:spPr>
          <a:xfrm>
            <a:off x="9251233" y="3433797"/>
            <a:ext cx="16382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b="1" i="0" u="none" dirty="0">
                <a:solidFill>
                  <a:srgbClr val="0F172A"/>
                </a:solidFill>
                <a:latin typeface="Plus Jakarta Sans"/>
              </a:rPr>
              <a:t>Análise de Dados</a:t>
            </a:r>
            <a:endParaRPr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61328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4191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Plus Jakarta Sans"/>
              </a:rPr>
              <a:t>MOMENTO INTERATIVO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🎮 Hora do Game: Quem Sabe Mais sobre Tecnologia?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01935"/>
            <a:ext cx="7835799" cy="2600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000" b="0" i="0" u="none" dirty="0">
                <a:solidFill>
                  <a:srgbClr val="475569"/>
                </a:solidFill>
                <a:latin typeface="Plus Jakarta Sans"/>
              </a:rPr>
              <a:t>Aponte a </a:t>
            </a:r>
            <a:r>
              <a:rPr sz="2000" b="0" i="0" u="none" dirty="0" err="1">
                <a:solidFill>
                  <a:srgbClr val="475569"/>
                </a:solidFill>
                <a:latin typeface="Plus Jakarta Sans"/>
              </a:rPr>
              <a:t>câmera</a:t>
            </a:r>
            <a:r>
              <a:rPr sz="2000" b="0" i="0" u="none" dirty="0">
                <a:solidFill>
                  <a:srgbClr val="475569"/>
                </a:solidFill>
                <a:latin typeface="Plus Jakarta Sans"/>
              </a:rPr>
              <a:t> do </a:t>
            </a:r>
            <a:r>
              <a:rPr sz="2000" b="0" i="0" u="none" dirty="0" err="1">
                <a:solidFill>
                  <a:srgbClr val="475569"/>
                </a:solidFill>
                <a:latin typeface="Plus Jakarta Sans"/>
              </a:rPr>
              <a:t>seu</a:t>
            </a:r>
            <a:r>
              <a:rPr sz="20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Plus Jakarta Sans"/>
              </a:rPr>
              <a:t>celular</a:t>
            </a:r>
            <a:r>
              <a:rPr sz="2000" b="0" i="0" u="none" dirty="0">
                <a:solidFill>
                  <a:srgbClr val="475569"/>
                </a:solidFill>
                <a:latin typeface="Plus Jakarta Sans"/>
              </a:rPr>
              <a:t>, entre na sala e prepare-se para responder!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838324" y="2360711"/>
            <a:ext cx="5874483" cy="3131343"/>
          </a:xfrm>
          <a:prstGeom prst="roundRect">
            <a:avLst>
              <a:gd name="adj" fmla="val 6083"/>
            </a:avLst>
          </a:prstGeom>
          <a:solidFill>
            <a:srgbClr val="F0F7FF"/>
          </a:solidFill>
          <a:ln w="19050">
            <a:solidFill>
              <a:srgbClr val="00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15415" y="4682430"/>
            <a:ext cx="5069693" cy="485775"/>
          </a:xfrm>
          <a:prstGeom prst="roundRect">
            <a:avLst>
              <a:gd name="adj" fmla="val 19607"/>
            </a:avLst>
          </a:prstGeom>
          <a:solidFill>
            <a:srgbClr val="00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15415" y="2684561"/>
            <a:ext cx="2033660" cy="352425"/>
          </a:xfrm>
          <a:prstGeom prst="roundRect">
            <a:avLst>
              <a:gd name="adj" fmla="val 21621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415" y="3350847"/>
            <a:ext cx="10602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415" y="3743158"/>
            <a:ext cx="154211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415" y="4135468"/>
            <a:ext cx="192764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57284" y="6364544"/>
            <a:ext cx="27020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 err="1">
                <a:solidFill>
                  <a:srgbClr val="64748B"/>
                </a:solidFill>
                <a:latin typeface="Plus Jakarta Sans"/>
              </a:rPr>
              <a:t>Escaneie</a:t>
            </a:r>
            <a:r>
              <a:rPr b="1" i="0" u="none" dirty="0">
                <a:solidFill>
                  <a:srgbClr val="64748B"/>
                </a:solidFill>
                <a:latin typeface="Plus Jakarta Sans"/>
              </a:rPr>
              <a:t> para </a:t>
            </a:r>
            <a:r>
              <a:rPr b="1" i="0" u="none" dirty="0" err="1">
                <a:solidFill>
                  <a:srgbClr val="64748B"/>
                </a:solidFill>
                <a:latin typeface="Plus Jakarta Sans"/>
              </a:rPr>
              <a:t>acessar</a:t>
            </a:r>
            <a:r>
              <a:rPr b="1" i="0" u="none" dirty="0">
                <a:solidFill>
                  <a:srgbClr val="64748B"/>
                </a:solidFill>
                <a:latin typeface="Plus Jakarta Sans"/>
              </a:rPr>
              <a:t> o </a:t>
            </a:r>
            <a:r>
              <a:rPr lang="pt-BR" b="1" i="0" u="none" dirty="0">
                <a:solidFill>
                  <a:srgbClr val="64748B"/>
                </a:solidFill>
                <a:latin typeface="Plus Jakarta Sans"/>
              </a:rPr>
              <a:t>jogo</a:t>
            </a:r>
            <a:endParaRPr b="1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13019" y="4815780"/>
            <a:ext cx="587448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50" b="1" dirty="0">
                <a:solidFill>
                  <a:srgbClr val="FFFFFF"/>
                </a:solidFill>
                <a:latin typeface="Plus Jakarta Sans"/>
              </a:rPr>
              <a:t>Prontos .</a:t>
            </a:r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.. GO! 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0349" y="2741711"/>
            <a:ext cx="186017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03B70"/>
                </a:solidFill>
                <a:latin typeface="Plus Jakarta Sans"/>
              </a:rPr>
              <a:t>DESAFIO AO VIVO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5405" y="2751236"/>
            <a:ext cx="201330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3B70"/>
                </a:solidFill>
                <a:latin typeface="Plus Jakarta Sans"/>
              </a:rPr>
              <a:t>5 a 7 Perguntas </a:t>
            </a:r>
            <a:r>
              <a:rPr sz="1600" b="1" i="0" u="none" dirty="0" err="1">
                <a:solidFill>
                  <a:srgbClr val="003B70"/>
                </a:solidFill>
                <a:latin typeface="Plus Jakarta Sans"/>
              </a:rPr>
              <a:t>Rápidas</a:t>
            </a:r>
            <a:endParaRPr sz="1600" b="1" i="0" u="none" dirty="0">
              <a:solidFill>
                <a:srgbClr val="003B70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7765" y="3327034"/>
            <a:ext cx="5045307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Passo 1: Aponte a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câmera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do smartphone para o QR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5956" y="3719345"/>
            <a:ext cx="5045307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Passo 2: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Digite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seu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nome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e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aguarde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o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início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da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rodada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4509" y="4111656"/>
            <a:ext cx="5069693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Premiação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: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Prêmios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especiais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para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os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melhores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lus Jakarta Sans"/>
              </a:rPr>
              <a:t>colocados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!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8640"/>
            <a:ext cx="5334000" cy="1748432"/>
          </a:xfrm>
          <a:prstGeom prst="roundRect">
            <a:avLst>
              <a:gd name="adj" fmla="val 8716"/>
            </a:avLst>
          </a:prstGeom>
          <a:solidFill>
            <a:srgbClr val="F0F7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397573"/>
            <a:ext cx="5334000" cy="1270396"/>
          </a:xfrm>
          <a:prstGeom prst="roundRect">
            <a:avLst>
              <a:gd name="adj" fmla="val 119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697658"/>
            <a:ext cx="5334000" cy="1270396"/>
          </a:xfrm>
          <a:prstGeom prst="roundRect">
            <a:avLst>
              <a:gd name="adj" fmla="val 119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158555"/>
            <a:ext cx="5334000" cy="1270396"/>
          </a:xfrm>
          <a:prstGeom prst="roundRect">
            <a:avLst>
              <a:gd name="adj" fmla="val 119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804171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10425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56515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927996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37" y="3228082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4688978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191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Plus Jakarta Sans"/>
              </a:rPr>
              <a:t>DIFERENCIAIS ESTRATÉGICOS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14375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Sua Entrada Rápida e Garantida no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201935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Formação superior focada na prática e conectada às exigências das empresas.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104257"/>
            <a:ext cx="234553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Space Grotesk"/>
              </a:rPr>
              <a:t>2,5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2750" y="2696765"/>
            <a:ext cx="299037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Formação Rápida &amp; Completa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2750" y="3249215"/>
            <a:ext cx="28479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Diploma de Nível Superior (Tecnólogo) em tempo recorde para acelerar sua carreira.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4635698"/>
            <a:ext cx="54756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Flexibilidade de Horários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4950023"/>
            <a:ext cx="4267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Turmas disponíveis nos turnos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Diurno e Noturno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para conciliar com o trabalho.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2325" y="2935783"/>
            <a:ext cx="5019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Aulas 100% Práticas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2325" y="3250108"/>
            <a:ext cx="4267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Professores atuantes no mercado e laboratórios de informática de ponta.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325" y="4396680"/>
            <a:ext cx="5019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Alta Empregabilidade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2325" y="4711005"/>
            <a:ext cx="4267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Mercado aquecido com mais vagas abertas do que profissionais qualificados.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67450" y="2625328"/>
            <a:ext cx="5314950" cy="2875954"/>
          </a:xfrm>
          <a:prstGeom prst="roundRect">
            <a:avLst>
              <a:gd name="adj" fmla="val 5299"/>
            </a:avLst>
          </a:prstGeom>
          <a:solidFill>
            <a:srgbClr val="F0F7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05575" y="4872632"/>
            <a:ext cx="48387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4055"/>
            <a:ext cx="5353050" cy="3238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63105"/>
            <a:ext cx="5314950" cy="3200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3239690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8719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504134"/>
            <a:ext cx="171450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191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Plus Jakarta Sans"/>
              </a:rPr>
              <a:t>MOMENTO INTERATIVO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🤖 Arena Robocode: Programe a Estratégia do Tanque!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01935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Ajuste os parâmetros de lógica e assista à batalha em tempo real na tela grande.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2863453"/>
            <a:ext cx="56864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3B70"/>
                </a:solidFill>
                <a:latin typeface="Plus Jakarta Sans"/>
              </a:rPr>
              <a:t>Como Funciona a Batalha (1 a 2 min):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2187" y="4967882"/>
            <a:ext cx="5705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03B70"/>
                </a:solidFill>
                <a:latin typeface="Plus Jakarta Sans"/>
              </a:rPr>
              <a:t>🏆 Troféu e Premiação para o Campeão da Batalha!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215878"/>
            <a:ext cx="4648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1. Parâmetros: Defina velocidade, giro de radar e estratégia de tiro.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848100"/>
            <a:ext cx="46482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2. Submissão: Envie seu robô diretamente pela plataforma no GitHub.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480321"/>
            <a:ext cx="54006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3. Combate: Assista ao duelo ao vivo na arena! ⚔️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62650"/>
            <a:ext cx="109728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14637"/>
            <a:ext cx="6400800" cy="1952625"/>
          </a:xfrm>
          <a:prstGeom prst="roundRect">
            <a:avLst>
              <a:gd name="adj" fmla="val 7804"/>
            </a:avLst>
          </a:prstGeom>
          <a:solidFill>
            <a:srgbClr val="152132"/>
          </a:solidFill>
          <a:ln w="9525">
            <a:solidFill>
              <a:srgbClr val="22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0" y="2671762"/>
            <a:ext cx="4267200" cy="2238375"/>
          </a:xfrm>
          <a:prstGeom prst="roundRect">
            <a:avLst>
              <a:gd name="adj" fmla="val 6808"/>
            </a:avLst>
          </a:prstGeom>
          <a:solidFill>
            <a:srgbClr val="1D2838"/>
          </a:solidFill>
          <a:ln w="9525">
            <a:solidFill>
              <a:srgbClr val="50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626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871787"/>
            <a:ext cx="1524000" cy="1524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090862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2986087"/>
            <a:ext cx="1295400" cy="1295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59E0B"/>
                </a:solidFill>
                <a:latin typeface="Plus Jakarta Sans"/>
              </a:rPr>
              <a:t>VESTIBULAR FAEX &amp; CONTATOS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28675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Space Grotesk"/>
              </a:rPr>
              <a:t>Dê o Primeiro Passo para o Seu Futuro em Tecnologia!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362075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Inscrições abertas para o curso de Análise e Desenvolvimento de Sistemas.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6124575"/>
            <a:ext cx="1295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Esperamos por você na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FAEX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. Transforme sua paixão por tecnologia em carreira!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52762"/>
            <a:ext cx="7775971" cy="23812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59E0B"/>
                </a:solidFill>
                <a:latin typeface="Plus Jakarta Sans"/>
              </a:rPr>
              <a:t>Contatos &amp; Inscrições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43287"/>
            <a:ext cx="740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Website: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www.faex.edu.br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738562"/>
            <a:ext cx="740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WhatsApp / Telefone: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(35) 9 8846-8374 / (35) 3435-3988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033837"/>
            <a:ext cx="740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Coordenação: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rodrigo.cardoso@faex.edu.br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329112"/>
            <a:ext cx="740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Profª. Denise Ribeiro: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GitHub &amp; 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1987" y="4510087"/>
            <a:ext cx="233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59E0B"/>
                </a:solidFill>
                <a:latin typeface="Plus Jakarta Sans"/>
              </a:rPr>
              <a:t>Inscreva-se no Vestibular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1100" y="128766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1100" y="204966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1100" y="204966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43053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20206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3187898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475" y="1468635"/>
            <a:ext cx="6000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https://quizstorm.app/wp-content/uploads/2024/12/Quizstorm-QR-scaled.jpg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6475" y="1668660"/>
            <a:ext cx="2059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quizstorm.app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2240160"/>
            <a:ext cx="6036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http://coderdojoscotland.com/wp-content/uploads/2016/10/robocode03.jpg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2440185"/>
            <a:ext cx="2976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coderdojoscotland.com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611</Words>
  <Application>Microsoft Office PowerPoint</Application>
  <PresentationFormat>Widescreen</PresentationFormat>
  <Paragraphs>79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Aptos</vt:lpstr>
      <vt:lpstr>Plus Jakarta Sans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Denise Ribeiro</cp:lastModifiedBy>
  <cp:revision>5</cp:revision>
  <dcterms:created xsi:type="dcterms:W3CDTF">2013-01-27T09:14:16Z</dcterms:created>
  <dcterms:modified xsi:type="dcterms:W3CDTF">2026-09-28T16:28:15Z</dcterms:modified>
  <cp:category/>
</cp:coreProperties>
</file>